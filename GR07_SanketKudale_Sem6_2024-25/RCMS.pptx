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24"/>
  </p:notesMasterIdLst>
  <p:sldIdLst>
    <p:sldId id="256" r:id="rId2"/>
    <p:sldId id="257" r:id="rId3"/>
    <p:sldId id="258" r:id="rId4"/>
    <p:sldId id="272" r:id="rId5"/>
    <p:sldId id="266" r:id="rId6"/>
    <p:sldId id="281" r:id="rId7"/>
    <p:sldId id="261" r:id="rId8"/>
    <p:sldId id="267" r:id="rId9"/>
    <p:sldId id="262" r:id="rId10"/>
    <p:sldId id="278" r:id="rId11"/>
    <p:sldId id="269" r:id="rId12"/>
    <p:sldId id="280" r:id="rId13"/>
    <p:sldId id="279" r:id="rId14"/>
    <p:sldId id="270" r:id="rId15"/>
    <p:sldId id="264" r:id="rId16"/>
    <p:sldId id="275" r:id="rId17"/>
    <p:sldId id="274" r:id="rId18"/>
    <p:sldId id="277" r:id="rId19"/>
    <p:sldId id="276" r:id="rId20"/>
    <p:sldId id="265" r:id="rId21"/>
    <p:sldId id="268" r:id="rId22"/>
    <p:sldId id="260" r:id="rId23"/>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43211-8417-49AB-A4B1-3CBBF7CFDC31}" v="354" dt="2025-02-06T18:39:44.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32" autoAdjust="0"/>
  </p:normalViewPr>
  <p:slideViewPr>
    <p:cSldViewPr>
      <p:cViewPr varScale="1">
        <p:scale>
          <a:sx n="71" d="100"/>
          <a:sy n="71" d="100"/>
        </p:scale>
        <p:origin x="1579" y="62"/>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4C483420-2E77-FC33-B957-57F1CA2D3FB4}"/>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1E575172-820E-F045-0EE8-FE4775A6CF40}"/>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956B60BC-F1FD-EF61-6E94-155854BCFE0E}"/>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A16BC08A-5376-3E29-1A03-A0799F09B4D7}"/>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2EFAE062-A29C-D165-DACD-E26020EF34CA}"/>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51F2231F-BEA3-CBE8-1D3E-54BBA99FA4E0}"/>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37011855-0C48-4B43-81DF-AD5DE88C432E}"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FD649AFD-2691-3C4D-412F-A9BF796C15C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F251659-450E-4A2A-BAA4-3C74F9EE31E7}" type="slidenum">
              <a:rPr lang="en-IN" altLang="en-US" sz="1400" smtClean="0"/>
              <a:pPr fontAlgn="base">
                <a:spcBef>
                  <a:spcPct val="0"/>
                </a:spcBef>
                <a:spcAft>
                  <a:spcPct val="0"/>
                </a:spcAft>
              </a:pPr>
              <a:t>1</a:t>
            </a:fld>
            <a:endParaRPr lang="en-IN" altLang="en-US" sz="1400"/>
          </a:p>
        </p:txBody>
      </p:sp>
      <p:sp>
        <p:nvSpPr>
          <p:cNvPr id="7171" name="Rectangle 1">
            <a:extLst>
              <a:ext uri="{FF2B5EF4-FFF2-40B4-BE49-F238E27FC236}">
                <a16:creationId xmlns:a16="http://schemas.microsoft.com/office/drawing/2014/main" id="{454A68CD-3E21-1269-06BD-FB26F68C572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2" name="Rectangle 2">
            <a:extLst>
              <a:ext uri="{FF2B5EF4-FFF2-40B4-BE49-F238E27FC236}">
                <a16:creationId xmlns:a16="http://schemas.microsoft.com/office/drawing/2014/main" id="{F183CF96-18C1-354E-4B6C-8717B268831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7B95F108-7DB4-FE8C-3EB2-0E7B7D9C723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4618414-147A-45F1-8D3E-465809029657}" type="slidenum">
              <a:rPr lang="en-IN" altLang="en-US" sz="1400" smtClean="0"/>
              <a:pPr fontAlgn="base">
                <a:spcBef>
                  <a:spcPct val="0"/>
                </a:spcBef>
                <a:spcAft>
                  <a:spcPct val="0"/>
                </a:spcAft>
              </a:pPr>
              <a:t>2</a:t>
            </a:fld>
            <a:endParaRPr lang="en-IN" altLang="en-US" sz="1400"/>
          </a:p>
        </p:txBody>
      </p:sp>
      <p:sp>
        <p:nvSpPr>
          <p:cNvPr id="9219" name="Rectangle 1">
            <a:extLst>
              <a:ext uri="{FF2B5EF4-FFF2-40B4-BE49-F238E27FC236}">
                <a16:creationId xmlns:a16="http://schemas.microsoft.com/office/drawing/2014/main" id="{13B12E27-7B36-1F92-7FDC-70787DB4E1EC}"/>
              </a:ext>
            </a:extLst>
          </p:cNvPr>
          <p:cNvSpPr>
            <a:spLocks noGrp="1" noRot="1" noChangeAspect="1" noChangeArrowheads="1" noTextEdit="1"/>
          </p:cNvSpPr>
          <p:nvPr>
            <p:ph type="sldImg"/>
          </p:nvPr>
        </p:nvSpPr>
        <p:spPr>
          <a:xfrm>
            <a:off x="215900" y="812800"/>
            <a:ext cx="7127875"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32E844AB-C2F2-A166-AC77-922B9C9F2C9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69648D68-4DE4-3223-A38E-E0B941F6DE0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D9280A1-7359-49EC-B7CD-C1275DCABA36}" type="slidenum">
              <a:rPr lang="en-IN" altLang="en-US" sz="1400" smtClean="0"/>
              <a:pPr fontAlgn="base">
                <a:spcBef>
                  <a:spcPct val="0"/>
                </a:spcBef>
                <a:spcAft>
                  <a:spcPct val="0"/>
                </a:spcAft>
              </a:pPr>
              <a:t>3</a:t>
            </a:fld>
            <a:endParaRPr lang="en-IN" altLang="en-US" sz="1400"/>
          </a:p>
        </p:txBody>
      </p:sp>
      <p:sp>
        <p:nvSpPr>
          <p:cNvPr id="11267" name="Rectangle 1">
            <a:extLst>
              <a:ext uri="{FF2B5EF4-FFF2-40B4-BE49-F238E27FC236}">
                <a16:creationId xmlns:a16="http://schemas.microsoft.com/office/drawing/2014/main" id="{3FED840C-EFB4-92D8-86A4-0BD483071E25}"/>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38B85AAA-6303-4EDF-F79B-88254168ED5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B1B1FCC1-F7BE-54A6-2785-57A7A44E58C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6CC72625-8D59-4067-9D07-A19E32792033}" type="slidenum">
              <a:rPr lang="en-IN" altLang="en-US" sz="1400" smtClean="0"/>
              <a:pPr fontAlgn="base">
                <a:spcBef>
                  <a:spcPct val="0"/>
                </a:spcBef>
                <a:spcAft>
                  <a:spcPct val="0"/>
                </a:spcAft>
              </a:pPr>
              <a:t>4</a:t>
            </a:fld>
            <a:endParaRPr lang="en-IN" altLang="en-US" sz="1400"/>
          </a:p>
        </p:txBody>
      </p:sp>
      <p:sp>
        <p:nvSpPr>
          <p:cNvPr id="13315" name="Rectangle 1">
            <a:extLst>
              <a:ext uri="{FF2B5EF4-FFF2-40B4-BE49-F238E27FC236}">
                <a16:creationId xmlns:a16="http://schemas.microsoft.com/office/drawing/2014/main" id="{DF7CB5A2-0171-4CC7-0950-C84929A35A96}"/>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AD97190B-F49C-F9F1-53B0-50DE55099CD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754EEFAA-1466-5E02-0D9A-FCBEF13BBE4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4609129-8F01-4C7F-90EC-0E9C7CAF524A}" type="slidenum">
              <a:rPr lang="en-IN" altLang="en-US" sz="1400" smtClean="0"/>
              <a:pPr fontAlgn="base">
                <a:spcBef>
                  <a:spcPct val="0"/>
                </a:spcBef>
                <a:spcAft>
                  <a:spcPct val="0"/>
                </a:spcAft>
              </a:pPr>
              <a:t>5</a:t>
            </a:fld>
            <a:endParaRPr lang="en-IN" altLang="en-US" sz="1400"/>
          </a:p>
        </p:txBody>
      </p:sp>
      <p:sp>
        <p:nvSpPr>
          <p:cNvPr id="17411" name="Rectangle 1">
            <a:extLst>
              <a:ext uri="{FF2B5EF4-FFF2-40B4-BE49-F238E27FC236}">
                <a16:creationId xmlns:a16="http://schemas.microsoft.com/office/drawing/2014/main" id="{26FB6C20-7CDB-D9A8-BAF0-22DE102DEC2E}"/>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a:extLst>
              <a:ext uri="{FF2B5EF4-FFF2-40B4-BE49-F238E27FC236}">
                <a16:creationId xmlns:a16="http://schemas.microsoft.com/office/drawing/2014/main" id="{2700F2AA-00F6-C438-6975-119DBA32FD8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BE6581-18BB-A45C-76C1-B8D21C5B70DF}"/>
            </a:ext>
          </a:extLst>
        </p:cNvPr>
        <p:cNvGrpSpPr/>
        <p:nvPr/>
      </p:nvGrpSpPr>
      <p:grpSpPr>
        <a:xfrm>
          <a:off x="0" y="0"/>
          <a:ext cx="0" cy="0"/>
          <a:chOff x="0" y="0"/>
          <a:chExt cx="0" cy="0"/>
        </a:xfrm>
      </p:grpSpPr>
      <p:sp>
        <p:nvSpPr>
          <p:cNvPr id="17410" name="Rectangle 6">
            <a:extLst>
              <a:ext uri="{FF2B5EF4-FFF2-40B4-BE49-F238E27FC236}">
                <a16:creationId xmlns:a16="http://schemas.microsoft.com/office/drawing/2014/main" id="{E113806E-B989-9CD9-9189-D030D6DDBB8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4609129-8F01-4C7F-90EC-0E9C7CAF524A}" type="slidenum">
              <a:rPr lang="en-IN" altLang="en-US" sz="1400" smtClean="0"/>
              <a:pPr fontAlgn="base">
                <a:spcBef>
                  <a:spcPct val="0"/>
                </a:spcBef>
                <a:spcAft>
                  <a:spcPct val="0"/>
                </a:spcAft>
              </a:pPr>
              <a:t>6</a:t>
            </a:fld>
            <a:endParaRPr lang="en-IN" altLang="en-US" sz="1400"/>
          </a:p>
        </p:txBody>
      </p:sp>
      <p:sp>
        <p:nvSpPr>
          <p:cNvPr id="17411" name="Rectangle 1">
            <a:extLst>
              <a:ext uri="{FF2B5EF4-FFF2-40B4-BE49-F238E27FC236}">
                <a16:creationId xmlns:a16="http://schemas.microsoft.com/office/drawing/2014/main" id="{34DBCAA0-F488-BACC-5252-5C72E5C92E7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a:extLst>
              <a:ext uri="{FF2B5EF4-FFF2-40B4-BE49-F238E27FC236}">
                <a16:creationId xmlns:a16="http://schemas.microsoft.com/office/drawing/2014/main" id="{4CC879A2-2124-8C93-89DE-38D682646DE8}"/>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900731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131DB3FE-5766-CB90-88BE-B0546E141A0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6AB9A399-DC3B-43D7-A84B-71AEA786F50D}" type="slidenum">
              <a:rPr lang="en-IN" altLang="en-US" sz="1400" smtClean="0"/>
              <a:pPr fontAlgn="base">
                <a:spcBef>
                  <a:spcPct val="0"/>
                </a:spcBef>
                <a:spcAft>
                  <a:spcPct val="0"/>
                </a:spcAft>
              </a:pPr>
              <a:t>7</a:t>
            </a:fld>
            <a:endParaRPr lang="en-IN" altLang="en-US" sz="1400"/>
          </a:p>
        </p:txBody>
      </p:sp>
      <p:sp>
        <p:nvSpPr>
          <p:cNvPr id="19459" name="Rectangle 1">
            <a:extLst>
              <a:ext uri="{FF2B5EF4-FFF2-40B4-BE49-F238E27FC236}">
                <a16:creationId xmlns:a16="http://schemas.microsoft.com/office/drawing/2014/main" id="{31DFDCF9-DF3E-E4B6-4BFA-07732F6A644B}"/>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60" name="Rectangle 2">
            <a:extLst>
              <a:ext uri="{FF2B5EF4-FFF2-40B4-BE49-F238E27FC236}">
                <a16:creationId xmlns:a16="http://schemas.microsoft.com/office/drawing/2014/main" id="{FAFDB2DA-9D05-3E40-CE9E-DAF2AA2DDED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58FDCA30-B113-F2FB-7661-F17BE64C3E3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6518831-57A2-4269-B3CD-81CA97A734F7}" type="slidenum">
              <a:rPr lang="en-IN" altLang="en-US" sz="1400" smtClean="0"/>
              <a:pPr fontAlgn="base">
                <a:spcBef>
                  <a:spcPct val="0"/>
                </a:spcBef>
                <a:spcAft>
                  <a:spcPct val="0"/>
                </a:spcAft>
              </a:pPr>
              <a:t>9</a:t>
            </a:fld>
            <a:endParaRPr lang="en-IN" altLang="en-US" sz="1400"/>
          </a:p>
        </p:txBody>
      </p:sp>
      <p:sp>
        <p:nvSpPr>
          <p:cNvPr id="22531" name="Rectangle 1">
            <a:extLst>
              <a:ext uri="{FF2B5EF4-FFF2-40B4-BE49-F238E27FC236}">
                <a16:creationId xmlns:a16="http://schemas.microsoft.com/office/drawing/2014/main" id="{DDF14C4E-051F-7C5E-AEC6-11FFB0ECC1D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a:extLst>
              <a:ext uri="{FF2B5EF4-FFF2-40B4-BE49-F238E27FC236}">
                <a16:creationId xmlns:a16="http://schemas.microsoft.com/office/drawing/2014/main" id="{D26E782C-CF7B-8376-827D-B1A444784C7F}"/>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340240FF-C952-EB97-E2EA-CEEA2021CBE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273DE39C-1392-4F2F-BAFB-D0CD7F1D4527}" type="slidenum">
              <a:rPr lang="en-IN" altLang="en-US" sz="1400" smtClean="0"/>
              <a:pPr fontAlgn="base">
                <a:spcBef>
                  <a:spcPct val="0"/>
                </a:spcBef>
                <a:spcAft>
                  <a:spcPct val="0"/>
                </a:spcAft>
              </a:pPr>
              <a:t>10</a:t>
            </a:fld>
            <a:endParaRPr lang="en-IN" altLang="en-US" sz="1400"/>
          </a:p>
        </p:txBody>
      </p:sp>
      <p:sp>
        <p:nvSpPr>
          <p:cNvPr id="24579" name="Rectangle 1">
            <a:extLst>
              <a:ext uri="{FF2B5EF4-FFF2-40B4-BE49-F238E27FC236}">
                <a16:creationId xmlns:a16="http://schemas.microsoft.com/office/drawing/2014/main" id="{ABE2F92C-DBFD-38F4-081B-EE8D243E2D8A}"/>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9B2538EB-5572-1129-FD69-5A2650CB6F9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4F04E647-E522-AC1A-8ED0-1A1B62CA454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C186B662-57EF-45EB-A67A-E2DC05E4EF79}" type="slidenum">
              <a:rPr lang="en-IN" altLang="en-US" sz="1400" smtClean="0"/>
              <a:pPr fontAlgn="base">
                <a:spcBef>
                  <a:spcPct val="0"/>
                </a:spcBef>
                <a:spcAft>
                  <a:spcPct val="0"/>
                </a:spcAft>
              </a:pPr>
              <a:t>15</a:t>
            </a:fld>
            <a:endParaRPr lang="en-IN" altLang="en-US" sz="1400"/>
          </a:p>
        </p:txBody>
      </p:sp>
      <p:sp>
        <p:nvSpPr>
          <p:cNvPr id="30723" name="Rectangle 1">
            <a:extLst>
              <a:ext uri="{FF2B5EF4-FFF2-40B4-BE49-F238E27FC236}">
                <a16:creationId xmlns:a16="http://schemas.microsoft.com/office/drawing/2014/main" id="{0B84E8B0-979F-AA50-F37C-EE69B4D7D7E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4" name="Rectangle 2">
            <a:extLst>
              <a:ext uri="{FF2B5EF4-FFF2-40B4-BE49-F238E27FC236}">
                <a16:creationId xmlns:a16="http://schemas.microsoft.com/office/drawing/2014/main" id="{3E5A8419-9870-D031-0479-CED6374614DD}"/>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CB9A0E3D-5401-5B41-73F5-BAA9B1D79E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E5559E4D-5587-457F-9BDB-96AFE651AED3}" type="slidenum">
              <a:rPr lang="en-IN" altLang="en-US" sz="1400" smtClean="0"/>
              <a:pPr fontAlgn="base">
                <a:spcBef>
                  <a:spcPct val="0"/>
                </a:spcBef>
                <a:spcAft>
                  <a:spcPct val="0"/>
                </a:spcAft>
              </a:pPr>
              <a:t>16</a:t>
            </a:fld>
            <a:endParaRPr lang="en-IN" altLang="en-US" sz="1400"/>
          </a:p>
        </p:txBody>
      </p:sp>
      <p:sp>
        <p:nvSpPr>
          <p:cNvPr id="32771" name="Rectangle 1">
            <a:extLst>
              <a:ext uri="{FF2B5EF4-FFF2-40B4-BE49-F238E27FC236}">
                <a16:creationId xmlns:a16="http://schemas.microsoft.com/office/drawing/2014/main" id="{EACE4FA5-3F41-BB92-6E94-0F4377F9660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2" name="Rectangle 2">
            <a:extLst>
              <a:ext uri="{FF2B5EF4-FFF2-40B4-BE49-F238E27FC236}">
                <a16:creationId xmlns:a16="http://schemas.microsoft.com/office/drawing/2014/main" id="{29B9FA66-2CC0-9B82-4057-3D037DCE398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E0051DC1-4ED1-0137-CB79-F5CCCF388D0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606F0AB-6DD4-4515-A9BB-DAF32C368895}" type="slidenum">
              <a:rPr lang="en-IN" altLang="en-US" sz="1400" smtClean="0"/>
              <a:pPr fontAlgn="base">
                <a:spcBef>
                  <a:spcPct val="0"/>
                </a:spcBef>
                <a:spcAft>
                  <a:spcPct val="0"/>
                </a:spcAft>
              </a:pPr>
              <a:t>17</a:t>
            </a:fld>
            <a:endParaRPr lang="en-IN" altLang="en-US" sz="1400"/>
          </a:p>
        </p:txBody>
      </p:sp>
      <p:sp>
        <p:nvSpPr>
          <p:cNvPr id="34819" name="Rectangle 1">
            <a:extLst>
              <a:ext uri="{FF2B5EF4-FFF2-40B4-BE49-F238E27FC236}">
                <a16:creationId xmlns:a16="http://schemas.microsoft.com/office/drawing/2014/main" id="{96BCE0C4-289E-09A6-C8C8-18B5F4F08363}"/>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0" name="Rectangle 2">
            <a:extLst>
              <a:ext uri="{FF2B5EF4-FFF2-40B4-BE49-F238E27FC236}">
                <a16:creationId xmlns:a16="http://schemas.microsoft.com/office/drawing/2014/main" id="{2A5E0BDF-1A10-A27B-16A3-8A38FEFD709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8D2180D4-3C01-17B0-94B5-59E463384EB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556F2A7-45C9-450B-904C-66AF7F77485C}" type="slidenum">
              <a:rPr lang="en-IN" altLang="en-US" sz="1400" smtClean="0"/>
              <a:pPr fontAlgn="base">
                <a:spcBef>
                  <a:spcPct val="0"/>
                </a:spcBef>
                <a:spcAft>
                  <a:spcPct val="0"/>
                </a:spcAft>
              </a:pPr>
              <a:t>18</a:t>
            </a:fld>
            <a:endParaRPr lang="en-IN" altLang="en-US" sz="1400"/>
          </a:p>
        </p:txBody>
      </p:sp>
      <p:sp>
        <p:nvSpPr>
          <p:cNvPr id="36867" name="Rectangle 1">
            <a:extLst>
              <a:ext uri="{FF2B5EF4-FFF2-40B4-BE49-F238E27FC236}">
                <a16:creationId xmlns:a16="http://schemas.microsoft.com/office/drawing/2014/main" id="{D5D43A57-0FA5-CB57-1880-8053FD909FEA}"/>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8" name="Rectangle 2">
            <a:extLst>
              <a:ext uri="{FF2B5EF4-FFF2-40B4-BE49-F238E27FC236}">
                <a16:creationId xmlns:a16="http://schemas.microsoft.com/office/drawing/2014/main" id="{03CFB4FF-6236-FEC2-AB48-6ABDAEE73715}"/>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77484B8E-07CD-FD8B-979F-2EA6291AA7B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D958E44-7D7A-46B3-8EA8-5E3D53F612C1}" type="slidenum">
              <a:rPr lang="en-IN" altLang="en-US" sz="1400" smtClean="0"/>
              <a:pPr fontAlgn="base">
                <a:spcBef>
                  <a:spcPct val="0"/>
                </a:spcBef>
                <a:spcAft>
                  <a:spcPct val="0"/>
                </a:spcAft>
              </a:pPr>
              <a:t>19</a:t>
            </a:fld>
            <a:endParaRPr lang="en-IN" altLang="en-US" sz="1400"/>
          </a:p>
        </p:txBody>
      </p:sp>
      <p:sp>
        <p:nvSpPr>
          <p:cNvPr id="38915" name="Rectangle 1">
            <a:extLst>
              <a:ext uri="{FF2B5EF4-FFF2-40B4-BE49-F238E27FC236}">
                <a16:creationId xmlns:a16="http://schemas.microsoft.com/office/drawing/2014/main" id="{7192254A-55D7-8C39-8A6D-0643D1544103}"/>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6" name="Rectangle 2">
            <a:extLst>
              <a:ext uri="{FF2B5EF4-FFF2-40B4-BE49-F238E27FC236}">
                <a16:creationId xmlns:a16="http://schemas.microsoft.com/office/drawing/2014/main" id="{9E46ECD6-D4A7-6372-5FD0-8229F208EDA1}"/>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F18C2F4C-DC4F-5BDE-792C-1EB8CC56EE9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D2A94735-552A-4635-ADC7-21CCF37704FC}" type="slidenum">
              <a:rPr lang="en-IN" altLang="en-US" sz="1400" smtClean="0"/>
              <a:pPr fontAlgn="base">
                <a:spcBef>
                  <a:spcPct val="0"/>
                </a:spcBef>
                <a:spcAft>
                  <a:spcPct val="0"/>
                </a:spcAft>
              </a:pPr>
              <a:t>20</a:t>
            </a:fld>
            <a:endParaRPr lang="en-IN" altLang="en-US" sz="1400"/>
          </a:p>
        </p:txBody>
      </p:sp>
      <p:sp>
        <p:nvSpPr>
          <p:cNvPr id="40963" name="Rectangle 1">
            <a:extLst>
              <a:ext uri="{FF2B5EF4-FFF2-40B4-BE49-F238E27FC236}">
                <a16:creationId xmlns:a16="http://schemas.microsoft.com/office/drawing/2014/main" id="{ED95FF5B-2C5F-9D89-80B3-4DBF3BE47A14}"/>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4" name="Rectangle 2">
            <a:extLst>
              <a:ext uri="{FF2B5EF4-FFF2-40B4-BE49-F238E27FC236}">
                <a16:creationId xmlns:a16="http://schemas.microsoft.com/office/drawing/2014/main" id="{89F3A538-04E9-6707-1F54-E3CE3A8CF67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DDFF6444-3871-5EC4-5ADC-6084D50CC15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EE06D521-B65E-4C40-8851-F9021FCCDC89}" type="slidenum">
              <a:rPr lang="en-IN" altLang="en-US" sz="1400" smtClean="0"/>
              <a:pPr fontAlgn="base">
                <a:spcBef>
                  <a:spcPct val="0"/>
                </a:spcBef>
                <a:spcAft>
                  <a:spcPct val="0"/>
                </a:spcAft>
              </a:pPr>
              <a:t>21</a:t>
            </a:fld>
            <a:endParaRPr lang="en-IN" altLang="en-US" sz="1400"/>
          </a:p>
        </p:txBody>
      </p:sp>
      <p:sp>
        <p:nvSpPr>
          <p:cNvPr id="43011" name="Rectangle 1">
            <a:extLst>
              <a:ext uri="{FF2B5EF4-FFF2-40B4-BE49-F238E27FC236}">
                <a16:creationId xmlns:a16="http://schemas.microsoft.com/office/drawing/2014/main" id="{AB458E2C-E79E-BDF9-B41F-22A120E4516F}"/>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2" name="Rectangle 2">
            <a:extLst>
              <a:ext uri="{FF2B5EF4-FFF2-40B4-BE49-F238E27FC236}">
                <a16:creationId xmlns:a16="http://schemas.microsoft.com/office/drawing/2014/main" id="{F02BE2A2-6C01-D2BE-1C82-3A681537C727}"/>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E4EB0193-048C-D752-BB8D-E27E1880AF9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2679BED4-8D81-45C3-BEB1-6B8E877723B2}" type="slidenum">
              <a:rPr lang="en-IN" altLang="en-US" sz="1400" smtClean="0"/>
              <a:pPr fontAlgn="base">
                <a:spcBef>
                  <a:spcPct val="0"/>
                </a:spcBef>
                <a:spcAft>
                  <a:spcPct val="0"/>
                </a:spcAft>
              </a:pPr>
              <a:t>22</a:t>
            </a:fld>
            <a:endParaRPr lang="en-IN" altLang="en-US" sz="1400"/>
          </a:p>
        </p:txBody>
      </p:sp>
      <p:sp>
        <p:nvSpPr>
          <p:cNvPr id="45059" name="Rectangle 1">
            <a:extLst>
              <a:ext uri="{FF2B5EF4-FFF2-40B4-BE49-F238E27FC236}">
                <a16:creationId xmlns:a16="http://schemas.microsoft.com/office/drawing/2014/main" id="{738B958B-1184-0034-AA22-23739D29850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0" name="Rectangle 2">
            <a:extLst>
              <a:ext uri="{FF2B5EF4-FFF2-40B4-BE49-F238E27FC236}">
                <a16:creationId xmlns:a16="http://schemas.microsoft.com/office/drawing/2014/main" id="{8BCECC20-0C12-D357-9806-ACD129F02BE0}"/>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528ED250-8736-D75B-7DDF-0DD459084CFA}"/>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11731196-8984-0999-51E9-D435C1FF9408}"/>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69C226E-3049-28DC-E95A-DDC662BCD16C}"/>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FE1B90AD-5C7F-5A4B-0B78-570B30566D19}"/>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748833B6-C16A-D316-C9F7-97A12CD98ADA}"/>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CF18963F-4174-B66B-267F-2ABEF4E221FA}"/>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50064011-6F14-F97B-C821-6A3890267BA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0844405E-8131-AEC8-4F40-BD4100D512DA}"/>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8B094841-6F0E-B024-2C1D-717C2D3A5D8E}"/>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4AA04576-CCEC-41E9-D00E-4DE71C14C8B0}"/>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67650D1D-85F5-8265-693A-DD09A2CF9DF7}"/>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D8B171B5-2EB5-294C-952D-662E760AC47A}"/>
              </a:ext>
            </a:extLst>
          </p:cNvPr>
          <p:cNvSpPr>
            <a:spLocks noGrp="1"/>
          </p:cNvSpPr>
          <p:nvPr>
            <p:ph type="dt" sz="half" idx="10"/>
          </p:nvPr>
        </p:nvSpPr>
        <p:spPr/>
        <p:txBody>
          <a:bodyPr/>
          <a:lstStyle>
            <a:lvl1pPr>
              <a:defRPr/>
            </a:lvl1pPr>
          </a:lstStyle>
          <a:p>
            <a:pPr>
              <a:defRPr/>
            </a:pPr>
            <a:fld id="{11E50DB6-D4CB-47AF-9E40-C15F2B083163}" type="datetimeFigureOut">
              <a:rPr lang="en-US"/>
              <a:pPr>
                <a:defRPr/>
              </a:pPr>
              <a:t>2/6/2025</a:t>
            </a:fld>
            <a:endParaRPr lang="en-US" dirty="0"/>
          </a:p>
        </p:txBody>
      </p:sp>
      <p:sp>
        <p:nvSpPr>
          <p:cNvPr id="16" name="Footer Placeholder 4">
            <a:extLst>
              <a:ext uri="{FF2B5EF4-FFF2-40B4-BE49-F238E27FC236}">
                <a16:creationId xmlns:a16="http://schemas.microsoft.com/office/drawing/2014/main" id="{AEB84F50-A250-53FB-A9A8-AAA059A1629C}"/>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6213BD06-B4E7-C6FA-B5BC-177AF76770AD}"/>
              </a:ext>
            </a:extLst>
          </p:cNvPr>
          <p:cNvSpPr>
            <a:spLocks noGrp="1"/>
          </p:cNvSpPr>
          <p:nvPr>
            <p:ph type="sldNum" sz="quarter" idx="12"/>
          </p:nvPr>
        </p:nvSpPr>
        <p:spPr/>
        <p:txBody>
          <a:bodyPr/>
          <a:lstStyle>
            <a:lvl1pPr>
              <a:defRPr/>
            </a:lvl1pPr>
          </a:lstStyle>
          <a:p>
            <a:pPr>
              <a:defRPr/>
            </a:pPr>
            <a:fld id="{26370DB5-86FE-428B-BDB1-954672211E9C}" type="slidenum">
              <a:rPr lang="en-US"/>
              <a:pPr>
                <a:defRPr/>
              </a:pPr>
              <a:t>‹#›</a:t>
            </a:fld>
            <a:endParaRPr lang="en-US" dirty="0"/>
          </a:p>
        </p:txBody>
      </p:sp>
    </p:spTree>
    <p:extLst>
      <p:ext uri="{BB962C8B-B14F-4D97-AF65-F5344CB8AC3E}">
        <p14:creationId xmlns:p14="http://schemas.microsoft.com/office/powerpoint/2010/main" val="18123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1E2E747-C6E6-14F9-9550-699A3D6B421E}"/>
              </a:ext>
            </a:extLst>
          </p:cNvPr>
          <p:cNvSpPr>
            <a:spLocks noGrp="1"/>
          </p:cNvSpPr>
          <p:nvPr>
            <p:ph type="dt" sz="half" idx="10"/>
          </p:nvPr>
        </p:nvSpPr>
        <p:spPr/>
        <p:txBody>
          <a:bodyPr/>
          <a:lstStyle>
            <a:lvl1pPr>
              <a:defRPr/>
            </a:lvl1pPr>
          </a:lstStyle>
          <a:p>
            <a:pPr>
              <a:defRPr/>
            </a:pPr>
            <a:fld id="{CCA088E2-34F0-4B90-8EB5-84B4406B785E}"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CBAA466A-A998-8026-A39A-F62B6DF6257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AE60996-2E31-B0DE-927B-A2C70FEFF954}"/>
              </a:ext>
            </a:extLst>
          </p:cNvPr>
          <p:cNvSpPr>
            <a:spLocks noGrp="1"/>
          </p:cNvSpPr>
          <p:nvPr>
            <p:ph type="sldNum" sz="quarter" idx="12"/>
          </p:nvPr>
        </p:nvSpPr>
        <p:spPr/>
        <p:txBody>
          <a:bodyPr/>
          <a:lstStyle>
            <a:lvl1pPr>
              <a:defRPr/>
            </a:lvl1pPr>
          </a:lstStyle>
          <a:p>
            <a:pPr>
              <a:defRPr/>
            </a:pPr>
            <a:fld id="{52142B48-9698-4222-B31C-17548D0F1D78}" type="slidenum">
              <a:rPr lang="en-US"/>
              <a:pPr>
                <a:defRPr/>
              </a:pPr>
              <a:t>‹#›</a:t>
            </a:fld>
            <a:endParaRPr lang="en-US" dirty="0"/>
          </a:p>
        </p:txBody>
      </p:sp>
    </p:spTree>
    <p:extLst>
      <p:ext uri="{BB962C8B-B14F-4D97-AF65-F5344CB8AC3E}">
        <p14:creationId xmlns:p14="http://schemas.microsoft.com/office/powerpoint/2010/main" val="112124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E66EE8-D618-DFB1-D778-F6E207DDBE46}"/>
              </a:ext>
            </a:extLst>
          </p:cNvPr>
          <p:cNvSpPr>
            <a:spLocks noGrp="1"/>
          </p:cNvSpPr>
          <p:nvPr>
            <p:ph type="dt" sz="half" idx="10"/>
          </p:nvPr>
        </p:nvSpPr>
        <p:spPr/>
        <p:txBody>
          <a:bodyPr/>
          <a:lstStyle>
            <a:lvl1pPr>
              <a:defRPr/>
            </a:lvl1pPr>
          </a:lstStyle>
          <a:p>
            <a:pPr>
              <a:defRPr/>
            </a:pPr>
            <a:fld id="{FF8F55D5-AB62-415A-9C73-C996F446B669}"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F8446FA8-EFCE-3780-708F-C2AF8A78B1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ABD5293-B965-094A-1305-C5863749E33A}"/>
              </a:ext>
            </a:extLst>
          </p:cNvPr>
          <p:cNvSpPr>
            <a:spLocks noGrp="1"/>
          </p:cNvSpPr>
          <p:nvPr>
            <p:ph type="sldNum" sz="quarter" idx="12"/>
          </p:nvPr>
        </p:nvSpPr>
        <p:spPr/>
        <p:txBody>
          <a:bodyPr/>
          <a:lstStyle>
            <a:lvl1pPr>
              <a:defRPr/>
            </a:lvl1pPr>
          </a:lstStyle>
          <a:p>
            <a:pPr>
              <a:defRPr/>
            </a:pPr>
            <a:fld id="{43626F29-8E56-414A-B256-C8EB890E2B0B}" type="slidenum">
              <a:rPr lang="en-US"/>
              <a:pPr>
                <a:defRPr/>
              </a:pPr>
              <a:t>‹#›</a:t>
            </a:fld>
            <a:endParaRPr lang="en-US" dirty="0"/>
          </a:p>
        </p:txBody>
      </p:sp>
    </p:spTree>
    <p:extLst>
      <p:ext uri="{BB962C8B-B14F-4D97-AF65-F5344CB8AC3E}">
        <p14:creationId xmlns:p14="http://schemas.microsoft.com/office/powerpoint/2010/main" val="2780816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6BC9C7F-13B0-F6D5-3C22-0D847B2C2DB2}"/>
              </a:ext>
            </a:extLst>
          </p:cNvPr>
          <p:cNvSpPr>
            <a:spLocks noGrp="1"/>
          </p:cNvSpPr>
          <p:nvPr>
            <p:ph type="dt" sz="half" idx="10"/>
          </p:nvPr>
        </p:nvSpPr>
        <p:spPr/>
        <p:txBody>
          <a:bodyPr/>
          <a:lstStyle>
            <a:lvl1pPr>
              <a:defRPr/>
            </a:lvl1pPr>
          </a:lstStyle>
          <a:p>
            <a:pPr>
              <a:defRPr/>
            </a:pPr>
            <a:fld id="{C0E895C0-066C-4B0A-AF77-E68AF63A1FF3}" type="datetimeFigureOut">
              <a:rPr lang="en-US"/>
              <a:pPr>
                <a:defRPr/>
              </a:pPr>
              <a:t>2/6/2025</a:t>
            </a:fld>
            <a:endParaRPr lang="en-US" dirty="0"/>
          </a:p>
        </p:txBody>
      </p:sp>
      <p:sp>
        <p:nvSpPr>
          <p:cNvPr id="6" name="Footer Placeholder 4">
            <a:extLst>
              <a:ext uri="{FF2B5EF4-FFF2-40B4-BE49-F238E27FC236}">
                <a16:creationId xmlns:a16="http://schemas.microsoft.com/office/drawing/2014/main" id="{D9646069-33F0-6498-679F-73C7FC237BE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261C508-79A6-41CD-FBE3-E65373BFC207}"/>
              </a:ext>
            </a:extLst>
          </p:cNvPr>
          <p:cNvSpPr>
            <a:spLocks noGrp="1"/>
          </p:cNvSpPr>
          <p:nvPr>
            <p:ph type="sldNum" sz="quarter" idx="12"/>
          </p:nvPr>
        </p:nvSpPr>
        <p:spPr/>
        <p:txBody>
          <a:bodyPr/>
          <a:lstStyle>
            <a:lvl1pPr>
              <a:defRPr/>
            </a:lvl1pPr>
          </a:lstStyle>
          <a:p>
            <a:pPr>
              <a:defRPr/>
            </a:pPr>
            <a:fld id="{320FE1C0-FF60-4F55-835F-A983741117BA}" type="slidenum">
              <a:rPr lang="en-US"/>
              <a:pPr>
                <a:defRPr/>
              </a:pPr>
              <a:t>‹#›</a:t>
            </a:fld>
            <a:endParaRPr lang="en-US" dirty="0"/>
          </a:p>
        </p:txBody>
      </p:sp>
    </p:spTree>
    <p:extLst>
      <p:ext uri="{BB962C8B-B14F-4D97-AF65-F5344CB8AC3E}">
        <p14:creationId xmlns:p14="http://schemas.microsoft.com/office/powerpoint/2010/main" val="910355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02D8B10A-BA8D-434E-EBEC-B8C58A1F1312}"/>
              </a:ext>
            </a:extLst>
          </p:cNvPr>
          <p:cNvSpPr>
            <a:spLocks noGrp="1"/>
          </p:cNvSpPr>
          <p:nvPr>
            <p:ph type="dt" sz="half" idx="10"/>
          </p:nvPr>
        </p:nvSpPr>
        <p:spPr/>
        <p:txBody>
          <a:bodyPr/>
          <a:lstStyle>
            <a:lvl1pPr>
              <a:defRPr/>
            </a:lvl1pPr>
          </a:lstStyle>
          <a:p>
            <a:pPr>
              <a:defRPr/>
            </a:pPr>
            <a:fld id="{E209B38B-E7AE-408F-B2C2-AB10EB3F5D93}" type="datetimeFigureOut">
              <a:rPr lang="en-US"/>
              <a:pPr>
                <a:defRPr/>
              </a:pPr>
              <a:t>2/6/2025</a:t>
            </a:fld>
            <a:endParaRPr lang="en-US" dirty="0"/>
          </a:p>
        </p:txBody>
      </p:sp>
      <p:sp>
        <p:nvSpPr>
          <p:cNvPr id="8" name="Footer Placeholder 4">
            <a:extLst>
              <a:ext uri="{FF2B5EF4-FFF2-40B4-BE49-F238E27FC236}">
                <a16:creationId xmlns:a16="http://schemas.microsoft.com/office/drawing/2014/main" id="{61D3FCDB-4C71-D488-268E-CFB5BFAFE28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DD1E094-D213-5A47-E6F7-08FBCC4C61E2}"/>
              </a:ext>
            </a:extLst>
          </p:cNvPr>
          <p:cNvSpPr>
            <a:spLocks noGrp="1"/>
          </p:cNvSpPr>
          <p:nvPr>
            <p:ph type="sldNum" sz="quarter" idx="12"/>
          </p:nvPr>
        </p:nvSpPr>
        <p:spPr/>
        <p:txBody>
          <a:bodyPr/>
          <a:lstStyle>
            <a:lvl1pPr>
              <a:defRPr/>
            </a:lvl1pPr>
          </a:lstStyle>
          <a:p>
            <a:pPr>
              <a:defRPr/>
            </a:pPr>
            <a:fld id="{DA7739B1-DF42-45CC-BD96-18C85B3ADCB1}" type="slidenum">
              <a:rPr lang="en-US"/>
              <a:pPr>
                <a:defRPr/>
              </a:pPr>
              <a:t>‹#›</a:t>
            </a:fld>
            <a:endParaRPr lang="en-US" dirty="0"/>
          </a:p>
        </p:txBody>
      </p:sp>
    </p:spTree>
    <p:extLst>
      <p:ext uri="{BB962C8B-B14F-4D97-AF65-F5344CB8AC3E}">
        <p14:creationId xmlns:p14="http://schemas.microsoft.com/office/powerpoint/2010/main" val="2177271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C08658A8-FE7F-EB78-013F-250BA308D1B2}"/>
              </a:ext>
            </a:extLst>
          </p:cNvPr>
          <p:cNvSpPr>
            <a:spLocks noGrp="1"/>
          </p:cNvSpPr>
          <p:nvPr>
            <p:ph type="dt" sz="half" idx="10"/>
          </p:nvPr>
        </p:nvSpPr>
        <p:spPr/>
        <p:txBody>
          <a:bodyPr/>
          <a:lstStyle>
            <a:lvl1pPr>
              <a:defRPr/>
            </a:lvl1pPr>
          </a:lstStyle>
          <a:p>
            <a:pPr>
              <a:defRPr/>
            </a:pPr>
            <a:fld id="{7DB1E44E-9078-46BF-851C-107A3BFC939E}" type="datetimeFigureOut">
              <a:rPr lang="en-US"/>
              <a:pPr>
                <a:defRPr/>
              </a:pPr>
              <a:t>2/6/2025</a:t>
            </a:fld>
            <a:endParaRPr lang="en-US" dirty="0"/>
          </a:p>
        </p:txBody>
      </p:sp>
      <p:sp>
        <p:nvSpPr>
          <p:cNvPr id="4" name="Footer Placeholder 4">
            <a:extLst>
              <a:ext uri="{FF2B5EF4-FFF2-40B4-BE49-F238E27FC236}">
                <a16:creationId xmlns:a16="http://schemas.microsoft.com/office/drawing/2014/main" id="{D7425C71-E2D8-41B8-21E5-A69AFD653A0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F3DE7C1-2426-AF8A-8F53-53885C038791}"/>
              </a:ext>
            </a:extLst>
          </p:cNvPr>
          <p:cNvSpPr>
            <a:spLocks noGrp="1"/>
          </p:cNvSpPr>
          <p:nvPr>
            <p:ph type="sldNum" sz="quarter" idx="12"/>
          </p:nvPr>
        </p:nvSpPr>
        <p:spPr/>
        <p:txBody>
          <a:bodyPr/>
          <a:lstStyle>
            <a:lvl1pPr>
              <a:defRPr/>
            </a:lvl1pPr>
          </a:lstStyle>
          <a:p>
            <a:pPr>
              <a:defRPr/>
            </a:pPr>
            <a:fld id="{04071083-BD67-4EF6-A937-425EC8975C57}" type="slidenum">
              <a:rPr lang="en-US"/>
              <a:pPr>
                <a:defRPr/>
              </a:pPr>
              <a:t>‹#›</a:t>
            </a:fld>
            <a:endParaRPr lang="en-US" dirty="0"/>
          </a:p>
        </p:txBody>
      </p:sp>
    </p:spTree>
    <p:extLst>
      <p:ext uri="{BB962C8B-B14F-4D97-AF65-F5344CB8AC3E}">
        <p14:creationId xmlns:p14="http://schemas.microsoft.com/office/powerpoint/2010/main" val="225048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4AEA6DA-0234-2367-D73E-0B997BD1CB35}"/>
              </a:ext>
            </a:extLst>
          </p:cNvPr>
          <p:cNvSpPr>
            <a:spLocks noGrp="1"/>
          </p:cNvSpPr>
          <p:nvPr>
            <p:ph type="dt" sz="half" idx="10"/>
          </p:nvPr>
        </p:nvSpPr>
        <p:spPr/>
        <p:txBody>
          <a:bodyPr/>
          <a:lstStyle>
            <a:lvl1pPr>
              <a:defRPr/>
            </a:lvl1pPr>
          </a:lstStyle>
          <a:p>
            <a:pPr>
              <a:defRPr/>
            </a:pPr>
            <a:fld id="{719AF3A0-9B2A-4626-B489-497321D621BE}" type="datetimeFigureOut">
              <a:rPr lang="en-US"/>
              <a:pPr>
                <a:defRPr/>
              </a:pPr>
              <a:t>2/6/2025</a:t>
            </a:fld>
            <a:endParaRPr lang="en-US" dirty="0"/>
          </a:p>
        </p:txBody>
      </p:sp>
      <p:sp>
        <p:nvSpPr>
          <p:cNvPr id="3" name="Footer Placeholder 4">
            <a:extLst>
              <a:ext uri="{FF2B5EF4-FFF2-40B4-BE49-F238E27FC236}">
                <a16:creationId xmlns:a16="http://schemas.microsoft.com/office/drawing/2014/main" id="{9C438641-BEB5-9798-C90C-7DFAA227D39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321017A-C26C-0D6A-7995-EAF3FF70718F}"/>
              </a:ext>
            </a:extLst>
          </p:cNvPr>
          <p:cNvSpPr>
            <a:spLocks noGrp="1"/>
          </p:cNvSpPr>
          <p:nvPr>
            <p:ph type="sldNum" sz="quarter" idx="12"/>
          </p:nvPr>
        </p:nvSpPr>
        <p:spPr/>
        <p:txBody>
          <a:bodyPr/>
          <a:lstStyle>
            <a:lvl1pPr>
              <a:defRPr/>
            </a:lvl1pPr>
          </a:lstStyle>
          <a:p>
            <a:pPr>
              <a:defRPr/>
            </a:pPr>
            <a:fld id="{D2F42E9C-AFEA-46F4-BC1C-967263B73ABE}" type="slidenum">
              <a:rPr lang="en-US"/>
              <a:pPr>
                <a:defRPr/>
              </a:pPr>
              <a:t>‹#›</a:t>
            </a:fld>
            <a:endParaRPr lang="en-US" dirty="0"/>
          </a:p>
        </p:txBody>
      </p:sp>
    </p:spTree>
    <p:extLst>
      <p:ext uri="{BB962C8B-B14F-4D97-AF65-F5344CB8AC3E}">
        <p14:creationId xmlns:p14="http://schemas.microsoft.com/office/powerpoint/2010/main" val="2011375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6E372DE5-CE21-DCC7-F8D5-AD674C5E8061}"/>
              </a:ext>
            </a:extLst>
          </p:cNvPr>
          <p:cNvSpPr>
            <a:spLocks noGrp="1"/>
          </p:cNvSpPr>
          <p:nvPr>
            <p:ph type="dt" sz="half" idx="10"/>
          </p:nvPr>
        </p:nvSpPr>
        <p:spPr/>
        <p:txBody>
          <a:bodyPr/>
          <a:lstStyle>
            <a:lvl1pPr>
              <a:defRPr/>
            </a:lvl1pPr>
          </a:lstStyle>
          <a:p>
            <a:pPr>
              <a:defRPr/>
            </a:pPr>
            <a:fld id="{EF85AC08-1596-43B9-B827-597536CD2043}" type="datetimeFigureOut">
              <a:rPr lang="en-US"/>
              <a:pPr>
                <a:defRPr/>
              </a:pPr>
              <a:t>2/6/2025</a:t>
            </a:fld>
            <a:endParaRPr lang="en-US" dirty="0"/>
          </a:p>
        </p:txBody>
      </p:sp>
      <p:sp>
        <p:nvSpPr>
          <p:cNvPr id="6" name="Footer Placeholder 4">
            <a:extLst>
              <a:ext uri="{FF2B5EF4-FFF2-40B4-BE49-F238E27FC236}">
                <a16:creationId xmlns:a16="http://schemas.microsoft.com/office/drawing/2014/main" id="{16BF880A-4D6B-9F3E-DEDB-2F778A2FB86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1BF5241-4265-E489-1CBF-1534B124C3EC}"/>
              </a:ext>
            </a:extLst>
          </p:cNvPr>
          <p:cNvSpPr>
            <a:spLocks noGrp="1"/>
          </p:cNvSpPr>
          <p:nvPr>
            <p:ph type="sldNum" sz="quarter" idx="12"/>
          </p:nvPr>
        </p:nvSpPr>
        <p:spPr/>
        <p:txBody>
          <a:bodyPr/>
          <a:lstStyle>
            <a:lvl1pPr>
              <a:defRPr/>
            </a:lvl1pPr>
          </a:lstStyle>
          <a:p>
            <a:pPr>
              <a:defRPr/>
            </a:pPr>
            <a:fld id="{EBE4B5BF-B1E8-498F-84BC-B8D0663DA0C9}" type="slidenum">
              <a:rPr lang="en-US"/>
              <a:pPr>
                <a:defRPr/>
              </a:pPr>
              <a:t>‹#›</a:t>
            </a:fld>
            <a:endParaRPr lang="en-US" dirty="0"/>
          </a:p>
        </p:txBody>
      </p:sp>
    </p:spTree>
    <p:extLst>
      <p:ext uri="{BB962C8B-B14F-4D97-AF65-F5344CB8AC3E}">
        <p14:creationId xmlns:p14="http://schemas.microsoft.com/office/powerpoint/2010/main" val="2064910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9EDDC9B7-3522-6F1E-D0F2-215CE2096E68}"/>
              </a:ext>
            </a:extLst>
          </p:cNvPr>
          <p:cNvSpPr>
            <a:spLocks noGrp="1"/>
          </p:cNvSpPr>
          <p:nvPr>
            <p:ph type="dt" sz="half" idx="10"/>
          </p:nvPr>
        </p:nvSpPr>
        <p:spPr/>
        <p:txBody>
          <a:bodyPr/>
          <a:lstStyle>
            <a:lvl1pPr>
              <a:defRPr/>
            </a:lvl1pPr>
          </a:lstStyle>
          <a:p>
            <a:pPr>
              <a:defRPr/>
            </a:pPr>
            <a:fld id="{784BB4B6-D562-4D7D-974D-C217C749F4E3}" type="datetimeFigureOut">
              <a:rPr lang="en-US"/>
              <a:pPr>
                <a:defRPr/>
              </a:pPr>
              <a:t>2/6/2025</a:t>
            </a:fld>
            <a:endParaRPr lang="en-US" dirty="0"/>
          </a:p>
        </p:txBody>
      </p:sp>
      <p:sp>
        <p:nvSpPr>
          <p:cNvPr id="6" name="Footer Placeholder 4">
            <a:extLst>
              <a:ext uri="{FF2B5EF4-FFF2-40B4-BE49-F238E27FC236}">
                <a16:creationId xmlns:a16="http://schemas.microsoft.com/office/drawing/2014/main" id="{FD22AB4A-CAF2-10E6-ED3C-8EB6EA97BA7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63B955D-26F0-1BFD-8073-9B55B73EA09B}"/>
              </a:ext>
            </a:extLst>
          </p:cNvPr>
          <p:cNvSpPr>
            <a:spLocks noGrp="1"/>
          </p:cNvSpPr>
          <p:nvPr>
            <p:ph type="sldNum" sz="quarter" idx="12"/>
          </p:nvPr>
        </p:nvSpPr>
        <p:spPr/>
        <p:txBody>
          <a:bodyPr/>
          <a:lstStyle>
            <a:lvl1pPr>
              <a:defRPr/>
            </a:lvl1pPr>
          </a:lstStyle>
          <a:p>
            <a:pPr>
              <a:defRPr/>
            </a:pPr>
            <a:fld id="{62453171-9CC7-4118-B6E6-62170068EF4E}" type="slidenum">
              <a:rPr lang="en-US"/>
              <a:pPr>
                <a:defRPr/>
              </a:pPr>
              <a:t>‹#›</a:t>
            </a:fld>
            <a:endParaRPr lang="en-US" dirty="0"/>
          </a:p>
        </p:txBody>
      </p:sp>
    </p:spTree>
    <p:extLst>
      <p:ext uri="{BB962C8B-B14F-4D97-AF65-F5344CB8AC3E}">
        <p14:creationId xmlns:p14="http://schemas.microsoft.com/office/powerpoint/2010/main" val="3445769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56CE93-AF3C-AAE1-5FD3-564028A70550}"/>
              </a:ext>
            </a:extLst>
          </p:cNvPr>
          <p:cNvSpPr>
            <a:spLocks noGrp="1"/>
          </p:cNvSpPr>
          <p:nvPr>
            <p:ph type="dt" sz="half" idx="10"/>
          </p:nvPr>
        </p:nvSpPr>
        <p:spPr/>
        <p:txBody>
          <a:bodyPr/>
          <a:lstStyle>
            <a:lvl1pPr>
              <a:defRPr/>
            </a:lvl1pPr>
          </a:lstStyle>
          <a:p>
            <a:pPr>
              <a:defRPr/>
            </a:pPr>
            <a:fld id="{8FF21E11-5B5B-4D19-BA9B-CBC89E98BF3C}"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06D66B09-BC7A-012B-4194-CAD583C7DFE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43525BE-907E-431F-92B8-345825BF19DE}"/>
              </a:ext>
            </a:extLst>
          </p:cNvPr>
          <p:cNvSpPr>
            <a:spLocks noGrp="1"/>
          </p:cNvSpPr>
          <p:nvPr>
            <p:ph type="sldNum" sz="quarter" idx="12"/>
          </p:nvPr>
        </p:nvSpPr>
        <p:spPr/>
        <p:txBody>
          <a:bodyPr/>
          <a:lstStyle>
            <a:lvl1pPr>
              <a:defRPr/>
            </a:lvl1pPr>
          </a:lstStyle>
          <a:p>
            <a:pPr>
              <a:defRPr/>
            </a:pPr>
            <a:fld id="{2EC636E5-ECC1-4E60-97FE-E368857BF002}" type="slidenum">
              <a:rPr lang="en-US"/>
              <a:pPr>
                <a:defRPr/>
              </a:pPr>
              <a:t>‹#›</a:t>
            </a:fld>
            <a:endParaRPr lang="en-US" dirty="0"/>
          </a:p>
        </p:txBody>
      </p:sp>
    </p:spTree>
    <p:extLst>
      <p:ext uri="{BB962C8B-B14F-4D97-AF65-F5344CB8AC3E}">
        <p14:creationId xmlns:p14="http://schemas.microsoft.com/office/powerpoint/2010/main" val="2070893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4EA2A0-6D77-AB1F-CB69-CA35D759F439}"/>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ADA4304F-8C3D-5F24-91CA-2EF5B82729DD}"/>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358D9CE6-628A-4E61-F962-9D96423D8952}"/>
              </a:ext>
            </a:extLst>
          </p:cNvPr>
          <p:cNvSpPr>
            <a:spLocks noGrp="1"/>
          </p:cNvSpPr>
          <p:nvPr>
            <p:ph type="dt" sz="half" idx="14"/>
          </p:nvPr>
        </p:nvSpPr>
        <p:spPr/>
        <p:txBody>
          <a:bodyPr/>
          <a:lstStyle>
            <a:lvl1pPr>
              <a:defRPr/>
            </a:lvl1pPr>
          </a:lstStyle>
          <a:p>
            <a:pPr>
              <a:defRPr/>
            </a:pPr>
            <a:fld id="{3E5E607F-FDB0-4DAE-A2DD-09F90A00C393}" type="datetimeFigureOut">
              <a:rPr lang="en-US"/>
              <a:pPr>
                <a:defRPr/>
              </a:pPr>
              <a:t>2/6/2025</a:t>
            </a:fld>
            <a:endParaRPr lang="en-US" dirty="0"/>
          </a:p>
        </p:txBody>
      </p:sp>
      <p:sp>
        <p:nvSpPr>
          <p:cNvPr id="7" name="Footer Placeholder 4">
            <a:extLst>
              <a:ext uri="{FF2B5EF4-FFF2-40B4-BE49-F238E27FC236}">
                <a16:creationId xmlns:a16="http://schemas.microsoft.com/office/drawing/2014/main" id="{CAFBCCD2-4D1B-8FCD-00FB-1FE911EBCD3D}"/>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01F5408-68FF-A80F-1AE2-B333687806C3}"/>
              </a:ext>
            </a:extLst>
          </p:cNvPr>
          <p:cNvSpPr>
            <a:spLocks noGrp="1"/>
          </p:cNvSpPr>
          <p:nvPr>
            <p:ph type="sldNum" sz="quarter" idx="16"/>
          </p:nvPr>
        </p:nvSpPr>
        <p:spPr/>
        <p:txBody>
          <a:bodyPr/>
          <a:lstStyle>
            <a:lvl1pPr>
              <a:defRPr/>
            </a:lvl1pPr>
          </a:lstStyle>
          <a:p>
            <a:pPr>
              <a:defRPr/>
            </a:pPr>
            <a:fld id="{B9091182-AA2A-478C-9550-1803B2F4F58E}" type="slidenum">
              <a:rPr lang="en-US"/>
              <a:pPr>
                <a:defRPr/>
              </a:pPr>
              <a:t>‹#›</a:t>
            </a:fld>
            <a:endParaRPr lang="en-US" dirty="0"/>
          </a:p>
        </p:txBody>
      </p:sp>
    </p:spTree>
    <p:extLst>
      <p:ext uri="{BB962C8B-B14F-4D97-AF65-F5344CB8AC3E}">
        <p14:creationId xmlns:p14="http://schemas.microsoft.com/office/powerpoint/2010/main" val="850854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162CB0-207C-1675-D51B-26CF620F9B46}"/>
              </a:ext>
            </a:extLst>
          </p:cNvPr>
          <p:cNvSpPr>
            <a:spLocks noGrp="1"/>
          </p:cNvSpPr>
          <p:nvPr>
            <p:ph type="dt" sz="half" idx="10"/>
          </p:nvPr>
        </p:nvSpPr>
        <p:spPr/>
        <p:txBody>
          <a:bodyPr/>
          <a:lstStyle>
            <a:lvl1pPr>
              <a:defRPr/>
            </a:lvl1pPr>
          </a:lstStyle>
          <a:p>
            <a:pPr>
              <a:defRPr/>
            </a:pPr>
            <a:fld id="{56B95161-9E67-4334-AD72-BE15D86524A9}"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DCD2C16F-D38F-5D9E-8179-E195D02E018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D893243-1801-0B9C-83C3-079C2D3E8F4E}"/>
              </a:ext>
            </a:extLst>
          </p:cNvPr>
          <p:cNvSpPr>
            <a:spLocks noGrp="1"/>
          </p:cNvSpPr>
          <p:nvPr>
            <p:ph type="sldNum" sz="quarter" idx="12"/>
          </p:nvPr>
        </p:nvSpPr>
        <p:spPr/>
        <p:txBody>
          <a:bodyPr/>
          <a:lstStyle>
            <a:lvl1pPr>
              <a:defRPr/>
            </a:lvl1pPr>
          </a:lstStyle>
          <a:p>
            <a:pPr>
              <a:defRPr/>
            </a:pPr>
            <a:fld id="{10A7F549-089A-4F4B-BA37-2346BC38CA0F}" type="slidenum">
              <a:rPr lang="en-US"/>
              <a:pPr>
                <a:defRPr/>
              </a:pPr>
              <a:t>‹#›</a:t>
            </a:fld>
            <a:endParaRPr lang="en-US" dirty="0"/>
          </a:p>
        </p:txBody>
      </p:sp>
    </p:spTree>
    <p:extLst>
      <p:ext uri="{BB962C8B-B14F-4D97-AF65-F5344CB8AC3E}">
        <p14:creationId xmlns:p14="http://schemas.microsoft.com/office/powerpoint/2010/main" val="1679687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5E6888-37DA-2B87-0D02-AEB9B3D418A0}"/>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CFCBAFC3-12DE-62AC-7321-7EFF81A39F0D}"/>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9A7A6704-17F0-06B1-AE1D-9481FAD9E879}"/>
              </a:ext>
            </a:extLst>
          </p:cNvPr>
          <p:cNvSpPr>
            <a:spLocks noGrp="1"/>
          </p:cNvSpPr>
          <p:nvPr>
            <p:ph type="dt" sz="half" idx="14"/>
          </p:nvPr>
        </p:nvSpPr>
        <p:spPr/>
        <p:txBody>
          <a:bodyPr/>
          <a:lstStyle>
            <a:lvl1pPr>
              <a:defRPr/>
            </a:lvl1pPr>
          </a:lstStyle>
          <a:p>
            <a:pPr>
              <a:defRPr/>
            </a:pPr>
            <a:fld id="{E7697FBE-CF02-4247-A4B8-E07E8A3CD2E8}" type="datetimeFigureOut">
              <a:rPr lang="en-US"/>
              <a:pPr>
                <a:defRPr/>
              </a:pPr>
              <a:t>2/6/2025</a:t>
            </a:fld>
            <a:endParaRPr lang="en-US" dirty="0"/>
          </a:p>
        </p:txBody>
      </p:sp>
      <p:sp>
        <p:nvSpPr>
          <p:cNvPr id="7" name="Footer Placeholder 4">
            <a:extLst>
              <a:ext uri="{FF2B5EF4-FFF2-40B4-BE49-F238E27FC236}">
                <a16:creationId xmlns:a16="http://schemas.microsoft.com/office/drawing/2014/main" id="{AF6E30E3-CD9A-37DE-48EC-680AA88644E4}"/>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772DB5FE-9A65-7A14-9CDA-9C6AA6424A6E}"/>
              </a:ext>
            </a:extLst>
          </p:cNvPr>
          <p:cNvSpPr>
            <a:spLocks noGrp="1"/>
          </p:cNvSpPr>
          <p:nvPr>
            <p:ph type="sldNum" sz="quarter" idx="16"/>
          </p:nvPr>
        </p:nvSpPr>
        <p:spPr/>
        <p:txBody>
          <a:bodyPr/>
          <a:lstStyle>
            <a:lvl1pPr>
              <a:defRPr/>
            </a:lvl1pPr>
          </a:lstStyle>
          <a:p>
            <a:pPr>
              <a:defRPr/>
            </a:pPr>
            <a:fld id="{21DBFED1-50C1-43C8-ADC5-393B4C7CD4B2}" type="slidenum">
              <a:rPr lang="en-US"/>
              <a:pPr>
                <a:defRPr/>
              </a:pPr>
              <a:t>‹#›</a:t>
            </a:fld>
            <a:endParaRPr lang="en-US" dirty="0"/>
          </a:p>
        </p:txBody>
      </p:sp>
    </p:spTree>
    <p:extLst>
      <p:ext uri="{BB962C8B-B14F-4D97-AF65-F5344CB8AC3E}">
        <p14:creationId xmlns:p14="http://schemas.microsoft.com/office/powerpoint/2010/main" val="3982775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5913CE-F6FF-2507-22B0-C94CC15DBBAF}"/>
              </a:ext>
            </a:extLst>
          </p:cNvPr>
          <p:cNvSpPr>
            <a:spLocks noGrp="1"/>
          </p:cNvSpPr>
          <p:nvPr>
            <p:ph type="dt" sz="half" idx="14"/>
          </p:nvPr>
        </p:nvSpPr>
        <p:spPr/>
        <p:txBody>
          <a:bodyPr/>
          <a:lstStyle>
            <a:lvl1pPr>
              <a:defRPr/>
            </a:lvl1pPr>
          </a:lstStyle>
          <a:p>
            <a:pPr>
              <a:defRPr/>
            </a:pPr>
            <a:fld id="{A1994B4A-9B18-4B10-B652-638CB7284010}"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D87FD611-CDC6-3EF7-8BFD-DC9492D866F6}"/>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C460A1-FF8B-F0C9-B757-C1B5D52E09A2}"/>
              </a:ext>
            </a:extLst>
          </p:cNvPr>
          <p:cNvSpPr>
            <a:spLocks noGrp="1"/>
          </p:cNvSpPr>
          <p:nvPr>
            <p:ph type="sldNum" sz="quarter" idx="16"/>
          </p:nvPr>
        </p:nvSpPr>
        <p:spPr/>
        <p:txBody>
          <a:bodyPr/>
          <a:lstStyle>
            <a:lvl1pPr>
              <a:defRPr/>
            </a:lvl1pPr>
          </a:lstStyle>
          <a:p>
            <a:pPr>
              <a:defRPr/>
            </a:pPr>
            <a:fld id="{00C723DC-669B-4B23-AA74-C258B48204DA}" type="slidenum">
              <a:rPr lang="en-US"/>
              <a:pPr>
                <a:defRPr/>
              </a:pPr>
              <a:t>‹#›</a:t>
            </a:fld>
            <a:endParaRPr lang="en-US" dirty="0"/>
          </a:p>
        </p:txBody>
      </p:sp>
    </p:spTree>
    <p:extLst>
      <p:ext uri="{BB962C8B-B14F-4D97-AF65-F5344CB8AC3E}">
        <p14:creationId xmlns:p14="http://schemas.microsoft.com/office/powerpoint/2010/main" val="1824415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24D134D-4497-79D5-00D2-5557211FD63B}"/>
              </a:ext>
            </a:extLst>
          </p:cNvPr>
          <p:cNvSpPr>
            <a:spLocks noGrp="1"/>
          </p:cNvSpPr>
          <p:nvPr>
            <p:ph type="dt" sz="half" idx="10"/>
          </p:nvPr>
        </p:nvSpPr>
        <p:spPr/>
        <p:txBody>
          <a:bodyPr/>
          <a:lstStyle>
            <a:lvl1pPr>
              <a:defRPr/>
            </a:lvl1pPr>
          </a:lstStyle>
          <a:p>
            <a:pPr>
              <a:defRPr/>
            </a:pPr>
            <a:fld id="{5C922422-DCB3-48E8-8DC2-30C477438646}"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4575C61D-01ED-33DD-C8B0-3A6660F8A3F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A6159AC-3196-D650-62F6-BFDB5EC9A24A}"/>
              </a:ext>
            </a:extLst>
          </p:cNvPr>
          <p:cNvSpPr>
            <a:spLocks noGrp="1"/>
          </p:cNvSpPr>
          <p:nvPr>
            <p:ph type="sldNum" sz="quarter" idx="12"/>
          </p:nvPr>
        </p:nvSpPr>
        <p:spPr/>
        <p:txBody>
          <a:bodyPr/>
          <a:lstStyle>
            <a:lvl1pPr>
              <a:defRPr/>
            </a:lvl1pPr>
          </a:lstStyle>
          <a:p>
            <a:pPr>
              <a:defRPr/>
            </a:pPr>
            <a:fld id="{21C3CE21-0FE2-48F2-B944-3373FA5096CE}" type="slidenum">
              <a:rPr lang="en-US"/>
              <a:pPr>
                <a:defRPr/>
              </a:pPr>
              <a:t>‹#›</a:t>
            </a:fld>
            <a:endParaRPr lang="en-US" dirty="0"/>
          </a:p>
        </p:txBody>
      </p:sp>
    </p:spTree>
    <p:extLst>
      <p:ext uri="{BB962C8B-B14F-4D97-AF65-F5344CB8AC3E}">
        <p14:creationId xmlns:p14="http://schemas.microsoft.com/office/powerpoint/2010/main" val="1750179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6B8C3C6-E41F-E943-F3CB-D7F7FA00DA07}"/>
              </a:ext>
            </a:extLst>
          </p:cNvPr>
          <p:cNvSpPr>
            <a:spLocks noGrp="1"/>
          </p:cNvSpPr>
          <p:nvPr>
            <p:ph type="dt" sz="half" idx="10"/>
          </p:nvPr>
        </p:nvSpPr>
        <p:spPr/>
        <p:txBody>
          <a:bodyPr/>
          <a:lstStyle>
            <a:lvl1pPr>
              <a:defRPr/>
            </a:lvl1pPr>
          </a:lstStyle>
          <a:p>
            <a:pPr>
              <a:defRPr/>
            </a:pPr>
            <a:fld id="{53DDC3B8-6304-4D46-9155-4AE7ABAB9A1E}"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88720448-DC08-23AC-FD59-2F52C96D103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6471F64-221F-9174-D399-D0B962FB7265}"/>
              </a:ext>
            </a:extLst>
          </p:cNvPr>
          <p:cNvSpPr>
            <a:spLocks noGrp="1"/>
          </p:cNvSpPr>
          <p:nvPr>
            <p:ph type="sldNum" sz="quarter" idx="12"/>
          </p:nvPr>
        </p:nvSpPr>
        <p:spPr/>
        <p:txBody>
          <a:bodyPr/>
          <a:lstStyle>
            <a:lvl1pPr>
              <a:defRPr/>
            </a:lvl1pPr>
          </a:lstStyle>
          <a:p>
            <a:pPr>
              <a:defRPr/>
            </a:pPr>
            <a:fld id="{7C0C5A8A-9576-4BD1-9A23-0FEE974A5949}" type="slidenum">
              <a:rPr lang="en-US"/>
              <a:pPr>
                <a:defRPr/>
              </a:pPr>
              <a:t>‹#›</a:t>
            </a:fld>
            <a:endParaRPr lang="en-US" dirty="0"/>
          </a:p>
        </p:txBody>
      </p:sp>
    </p:spTree>
    <p:extLst>
      <p:ext uri="{BB962C8B-B14F-4D97-AF65-F5344CB8AC3E}">
        <p14:creationId xmlns:p14="http://schemas.microsoft.com/office/powerpoint/2010/main" val="464634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A5045DD7-079F-C211-CC80-FF052BDF39DD}"/>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FEC53F0E-13C3-3390-14E8-D61F96221805}"/>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692837BE-30B4-2B5A-2B7F-A5855C902B2C}"/>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28EC94C-C741-76E3-68DA-162DDCE73FA3}"/>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3331697B-6C2A-234B-E376-F29E7ADE0655}"/>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794F82DC-8CAD-FAFF-E166-04397A55A6A4}"/>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94C6CFF8-554C-FA3C-8F6C-609BAC2326D7}"/>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A5C83BDB-8E98-C2A6-9909-99C0A5D6961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701442C2-ADAC-B432-47E7-CA015F5FDF0D}"/>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C826D9CC-CF51-E0D9-B32D-BF4AF51C4B10}"/>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9A139517-86E9-7007-D9B4-9A19266A9E0C}"/>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DFCED9FB-7B6B-EF82-2DD7-A1E837EB2E8F}"/>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D2954BDE-80A1-B721-3F86-EE253EC75D90}"/>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3408455-2B50-53E7-A214-94E35282CD6B}"/>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58D23EBF-71D7-4887-8CE1-1564EAED8877}" type="datetimeFigureOut">
              <a:rPr lang="en-US"/>
              <a:pPr>
                <a:defRPr/>
              </a:pPr>
              <a:t>2/6/2025</a:t>
            </a:fld>
            <a:endParaRPr lang="en-US" dirty="0"/>
          </a:p>
        </p:txBody>
      </p:sp>
      <p:sp>
        <p:nvSpPr>
          <p:cNvPr id="5" name="Footer Placeholder 4">
            <a:extLst>
              <a:ext uri="{FF2B5EF4-FFF2-40B4-BE49-F238E27FC236}">
                <a16:creationId xmlns:a16="http://schemas.microsoft.com/office/drawing/2014/main" id="{7E731187-16DF-2F4B-253D-6EB858CD9DBA}"/>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FED0A12-7126-5475-C05F-4CD73697B82F}"/>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9B4A7C17-8092-433C-9447-CB8180D5052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67"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8" r:id="rId11"/>
    <p:sldLayoutId id="2147483963" r:id="rId12"/>
    <p:sldLayoutId id="2147483969" r:id="rId13"/>
    <p:sldLayoutId id="2147483964" r:id="rId14"/>
    <p:sldLayoutId id="2147483965" r:id="rId15"/>
    <p:sldLayoutId id="2147483966"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kaggle.com/datasets/uciml/sms-spam-collection-datase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ieeexplore.ieee.org/document/10550229" TargetMode="External"/><Relationship Id="rId7" Type="http://schemas.openxmlformats.org/officeDocument/2006/relationships/hyperlink" Target="https://ieeexplore.ieee.org/document/897158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ieeexplore.ieee.org/document/9334020" TargetMode="External"/><Relationship Id="rId5" Type="http://schemas.openxmlformats.org/officeDocument/2006/relationships/hyperlink" Target="https://ieeexplore.ieee.org/document/9850588" TargetMode="External"/><Relationship Id="rId4" Type="http://schemas.openxmlformats.org/officeDocument/2006/relationships/hyperlink" Target="https://ieeexplore.ieee.org/document/10009149"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8B7029B5-C215-EADA-B4F3-EEDEEC9D195A}"/>
              </a:ext>
            </a:extLst>
          </p:cNvPr>
          <p:cNvSpPr>
            <a:spLocks noChangeArrowheads="1"/>
          </p:cNvSpPr>
          <p:nvPr/>
        </p:nvSpPr>
        <p:spPr bwMode="auto">
          <a:xfrm>
            <a:off x="360363" y="2233101"/>
            <a:ext cx="9070975" cy="5501199"/>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a:defRPr/>
            </a:pPr>
            <a:r>
              <a:rPr lang="en-US" sz="3600" b="1" dirty="0">
                <a:solidFill>
                  <a:schemeClr val="tx1">
                    <a:lumMod val="95000"/>
                    <a:lumOff val="5000"/>
                  </a:schemeClr>
                </a:solidFill>
                <a:latin typeface="Times New Roman"/>
                <a:cs typeface="Arial"/>
              </a:rPr>
              <a:t>Radiology Clinic Management System</a:t>
            </a:r>
            <a:endParaRPr lang="en-US" b="1" dirty="0">
              <a:solidFill>
                <a:schemeClr val="tx1">
                  <a:lumMod val="95000"/>
                  <a:lumOff val="5000"/>
                </a:schemeClr>
              </a:solidFill>
              <a:latin typeface="Times New Roman"/>
            </a:endParaRPr>
          </a:p>
          <a:p>
            <a:pPr algn="ctr">
              <a:defRPr/>
            </a:pPr>
            <a:endParaRPr lang="en-US" sz="3600" b="1" u="sng"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600" dirty="0">
                <a:solidFill>
                  <a:srgbClr val="000000"/>
                </a:solidFill>
                <a:effectLst>
                  <a:outerShdw blurRad="38100" dist="38100" dir="2700000" algn="tl">
                    <a:srgbClr val="000000">
                      <a:alpha val="43137"/>
                    </a:srgbClr>
                  </a:outerShdw>
                </a:effectLst>
                <a:latin typeface="Times New Roman"/>
                <a:cs typeface="Times New Roman"/>
              </a:rPr>
              <a:t> </a:t>
            </a:r>
            <a:r>
              <a:rPr lang="en-IN" altLang="en-US" sz="3200" b="1" dirty="0">
                <a:solidFill>
                  <a:srgbClr val="000000"/>
                </a:solidFill>
                <a:latin typeface="Times New Roman"/>
                <a:cs typeface="Times New Roman"/>
              </a:rPr>
              <a:t>Tejas </a:t>
            </a:r>
            <a:r>
              <a:rPr lang="en-IN" altLang="en-US" sz="3200" b="1" dirty="0" err="1">
                <a:solidFill>
                  <a:srgbClr val="000000"/>
                </a:solidFill>
                <a:latin typeface="Times New Roman"/>
                <a:cs typeface="Times New Roman"/>
              </a:rPr>
              <a:t>Kalokhe</a:t>
            </a:r>
            <a:r>
              <a:rPr lang="en-IN" altLang="en-US" sz="3200" b="1" dirty="0">
                <a:solidFill>
                  <a:srgbClr val="000000"/>
                </a:solidFill>
                <a:latin typeface="Times New Roman"/>
                <a:cs typeface="Times New Roman"/>
              </a:rPr>
              <a:t> (22106049)</a:t>
            </a:r>
          </a:p>
          <a:p>
            <a:pPr algn="ctr" eaLnBrk="1" fontAlgn="auto" hangingPunct="1">
              <a:spcBef>
                <a:spcPts val="0"/>
              </a:spcBef>
              <a:spcAft>
                <a:spcPts val="0"/>
              </a:spcAft>
              <a:defRPr/>
            </a:pPr>
            <a:r>
              <a:rPr lang="en-IN" altLang="en-US" sz="3200" b="1" dirty="0">
                <a:solidFill>
                  <a:srgbClr val="000000"/>
                </a:solidFill>
                <a:latin typeface="Times New Roman" panose="02020603050405020304" pitchFamily="18" charset="0"/>
                <a:cs typeface="Times New Roman" panose="02020603050405020304" pitchFamily="18" charset="0"/>
              </a:rPr>
              <a:t>Ranjit Kadam (22106034)</a:t>
            </a:r>
          </a:p>
          <a:p>
            <a:pPr algn="ctr" eaLnBrk="1" fontAlgn="auto" hangingPunct="1">
              <a:spcBef>
                <a:spcPts val="0"/>
              </a:spcBef>
              <a:spcAft>
                <a:spcPts val="0"/>
              </a:spcAft>
              <a:defRPr/>
            </a:pPr>
            <a:r>
              <a:rPr lang="en-IN" altLang="en-US" sz="3200" b="1" dirty="0">
                <a:solidFill>
                  <a:srgbClr val="000000"/>
                </a:solidFill>
                <a:latin typeface="Times New Roman" panose="02020603050405020304" pitchFamily="18" charset="0"/>
                <a:cs typeface="Times New Roman" panose="02020603050405020304" pitchFamily="18" charset="0"/>
              </a:rPr>
              <a:t>Sahil Govardhane (22106097)</a:t>
            </a:r>
          </a:p>
          <a:p>
            <a:pPr algn="ctr" eaLnBrk="1" fontAlgn="auto" hangingPunct="1">
              <a:spcBef>
                <a:spcPts val="0"/>
              </a:spcBef>
              <a:spcAft>
                <a:spcPts val="0"/>
              </a:spcAft>
              <a:defRPr/>
            </a:pPr>
            <a:r>
              <a:rPr lang="en-IN" altLang="en-US" sz="3200" b="1" dirty="0">
                <a:solidFill>
                  <a:srgbClr val="000000"/>
                </a:solidFill>
                <a:latin typeface="Times New Roman"/>
                <a:cs typeface="Times New Roman"/>
              </a:rPr>
              <a:t>Sanket </a:t>
            </a:r>
            <a:r>
              <a:rPr lang="en-IN" altLang="en-US" sz="3200" b="1" dirty="0" err="1">
                <a:solidFill>
                  <a:srgbClr val="000000"/>
                </a:solidFill>
                <a:latin typeface="Times New Roman"/>
                <a:cs typeface="Times New Roman"/>
              </a:rPr>
              <a:t>Kudale</a:t>
            </a:r>
            <a:r>
              <a:rPr lang="en-IN" altLang="en-US" sz="3200" b="1" dirty="0">
                <a:solidFill>
                  <a:srgbClr val="000000"/>
                </a:solidFill>
                <a:latin typeface="Times New Roman"/>
                <a:cs typeface="Times New Roman"/>
              </a:rPr>
              <a:t> (22106059)</a:t>
            </a:r>
          </a:p>
          <a:p>
            <a:pPr algn="ctr" eaLnBrk="1" fontAlgn="auto" hangingPunct="1">
              <a:spcBef>
                <a:spcPts val="0"/>
              </a:spcBef>
              <a:spcAft>
                <a:spcPts val="0"/>
              </a:spcAft>
              <a:defRPr/>
            </a:pPr>
            <a:endParaRPr lang="en-IN" altLang="en-US" sz="32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eaLnBrk="1" fontAlgn="auto" hangingPunct="1">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a:cs typeface="Times New Roman"/>
              </a:rPr>
              <a:t>Mrs. Sayali Sonje </a:t>
            </a:r>
          </a:p>
          <a:p>
            <a:pPr algn="ctr" eaLnBrk="1" fontAlgn="auto" hangingPunct="1">
              <a:spcBef>
                <a:spcPts val="0"/>
              </a:spcBef>
              <a:spcAft>
                <a:spcPts val="0"/>
              </a:spcAft>
              <a:defRPr/>
            </a:pPr>
            <a:endPar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93DED04C-CFE8-3D12-D554-0AA1D27AC5D8}"/>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a:extLst>
              <a:ext uri="{FF2B5EF4-FFF2-40B4-BE49-F238E27FC236}">
                <a16:creationId xmlns:a16="http://schemas.microsoft.com/office/drawing/2014/main" id="{209B78F7-D2B2-2821-8676-3A8CB3BA0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600" y="179388"/>
            <a:ext cx="7705725" cy="140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32616CEF-8795-8D32-4ACB-42FF11CFFBBA}"/>
              </a:ext>
            </a:extLst>
          </p:cNvPr>
          <p:cNvSpPr>
            <a:spLocks noChangeArrowheads="1"/>
          </p:cNvSpPr>
          <p:nvPr/>
        </p:nvSpPr>
        <p:spPr bwMode="auto">
          <a:xfrm>
            <a:off x="504825" y="144463"/>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Outline</a:t>
            </a:r>
          </a:p>
        </p:txBody>
      </p:sp>
      <p:sp>
        <p:nvSpPr>
          <p:cNvPr id="8195" name="Rectangle 2">
            <a:extLst>
              <a:ext uri="{FF2B5EF4-FFF2-40B4-BE49-F238E27FC236}">
                <a16:creationId xmlns:a16="http://schemas.microsoft.com/office/drawing/2014/main" id="{21459D66-4CDE-9EBC-2952-4D87CD8E8419}"/>
              </a:ext>
            </a:extLst>
          </p:cNvPr>
          <p:cNvSpPr>
            <a:spLocks noChangeArrowheads="1"/>
          </p:cNvSpPr>
          <p:nvPr/>
        </p:nvSpPr>
        <p:spPr bwMode="auto">
          <a:xfrm>
            <a:off x="504825" y="1236663"/>
            <a:ext cx="9323388" cy="557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r>
              <a:rPr lang="en-IN" altLang="en-US" sz="2400" b="1">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
            </a:pPr>
            <a:r>
              <a:rPr lang="en-IN" altLang="en-US" sz="2400" b="1">
                <a:latin typeface="Times New Roman" panose="02020603050405020304" pitchFamily="18" charset="0"/>
                <a:cs typeface="Times New Roman" panose="02020603050405020304" pitchFamily="18" charset="0"/>
              </a:rPr>
              <a:t>Literature Survey of the Existing Systems</a:t>
            </a:r>
          </a:p>
          <a:p>
            <a:pPr algn="just">
              <a:lnSpc>
                <a:spcPct val="150000"/>
              </a:lnSpc>
              <a:buFont typeface="Wingdings" panose="05000000000000000000" pitchFamily="2" charset="2"/>
              <a:buChar char="§"/>
            </a:pPr>
            <a:r>
              <a:rPr lang="en-IN" altLang="en-US" sz="2400" b="1">
                <a:latin typeface="Times New Roman" panose="02020603050405020304" pitchFamily="18" charset="0"/>
                <a:cs typeface="Times New Roman" panose="02020603050405020304" pitchFamily="18" charset="0"/>
              </a:rPr>
              <a:t>Limitations of the Existing Systems</a:t>
            </a:r>
          </a:p>
          <a:p>
            <a:pPr algn="just">
              <a:lnSpc>
                <a:spcPct val="150000"/>
              </a:lnSpc>
              <a:buFont typeface="Wingdings" panose="05000000000000000000" pitchFamily="2" charset="2"/>
              <a:buChar char="§"/>
            </a:pPr>
            <a:r>
              <a:rPr lang="en-IN" altLang="en-US" sz="2400" b="1">
                <a:latin typeface="Times New Roman" panose="02020603050405020304" pitchFamily="18" charset="0"/>
                <a:cs typeface="Times New Roman" panose="02020603050405020304" pitchFamily="18" charset="0"/>
              </a:rPr>
              <a:t>Problem Statement </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Proposed  System Design</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Framework/Algorithm</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Technologies Stack for Proposed System</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Details of Database / Input to the System</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Implementation</a:t>
            </a:r>
          </a:p>
          <a:p>
            <a:pPr algn="just">
              <a:lnSpc>
                <a:spcPct val="150000"/>
              </a:lnSpc>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Conclusion </a:t>
            </a:r>
          </a:p>
          <a:p>
            <a:pPr algn="just">
              <a:lnSpc>
                <a:spcPct val="150000"/>
              </a:lnSpc>
              <a:buFont typeface="Wingdings" panose="05000000000000000000" pitchFamily="2" charset="2"/>
              <a:buChar char="§"/>
            </a:pPr>
            <a:r>
              <a:rPr lang="en-IN" altLang="en-US" sz="2400" b="1">
                <a:latin typeface="Times New Roman" panose="02020603050405020304" pitchFamily="18" charset="0"/>
                <a:cs typeface="Times New Roman" panose="02020603050405020304" pitchFamily="18" charset="0"/>
              </a:rPr>
              <a:t>References</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FB1946AA-2842-E5A4-7EA9-75D05585EE9A}"/>
              </a:ext>
            </a:extLst>
          </p:cNvPr>
          <p:cNvSpPr>
            <a:spLocks noChangeArrowheads="1"/>
          </p:cNvSpPr>
          <p:nvPr/>
        </p:nvSpPr>
        <p:spPr bwMode="auto">
          <a:xfrm>
            <a:off x="503238" y="64879"/>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CB76D17C-C442-58D5-1323-BC4C8F6F7108}"/>
              </a:ext>
            </a:extLst>
          </p:cNvPr>
          <p:cNvSpPr txBox="1">
            <a:spLocks/>
          </p:cNvSpPr>
          <p:nvPr/>
        </p:nvSpPr>
        <p:spPr bwMode="auto">
          <a:xfrm>
            <a:off x="457922" y="1124017"/>
            <a:ext cx="9116490" cy="5309951"/>
          </a:xfrm>
          <a:prstGeom prst="rect">
            <a:avLst/>
          </a:prstGeom>
          <a:noFill/>
          <a:ln>
            <a:noFill/>
          </a:ln>
        </p:spPr>
        <p:txBody>
          <a:bodyPr lIns="91440" tIns="45720" rIns="91440" bIns="45720" anchor="t">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buNone/>
              <a:defRPr/>
            </a:pPr>
            <a:r>
              <a:rPr lang="en-US" sz="2000" b="1" dirty="0">
                <a:solidFill>
                  <a:sysClr val="windowText" lastClr="000000"/>
                </a:solidFill>
                <a:latin typeface="Times New Roman"/>
                <a:ea typeface="Source Sans Pro"/>
                <a:cs typeface="Times New Roman"/>
              </a:rPr>
              <a:t>Importance of Efficient Management in Radiology Clinics :</a:t>
            </a:r>
            <a:endParaRPr lang="en-US" sz="2000" b="1">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Radiology clinics provide diagnostic imaging services such as X-rays, MRIs, CT scans, Ultrasounds (Sonography), and 2D Echo.</a:t>
            </a:r>
          </a:p>
          <a:p>
            <a:pPr algn="just" defTabSz="914400">
              <a:defRPr/>
            </a:pPr>
            <a:r>
              <a:rPr lang="en-US" sz="2000" dirty="0">
                <a:solidFill>
                  <a:sysClr val="windowText" lastClr="000000"/>
                </a:solidFill>
                <a:latin typeface="Times New Roman"/>
                <a:ea typeface="Source Sans Pro"/>
                <a:cs typeface="Times New Roman"/>
              </a:rPr>
              <a:t>Efficient management is crucial for smooth operations and quality patient care.</a:t>
            </a:r>
          </a:p>
          <a:p>
            <a:pPr algn="just" defTabSz="914400">
              <a:defRPr/>
            </a:pPr>
            <a:r>
              <a:rPr lang="en-US" sz="2000" dirty="0">
                <a:solidFill>
                  <a:sysClr val="windowText" lastClr="000000"/>
                </a:solidFill>
                <a:latin typeface="Times New Roman"/>
                <a:ea typeface="Source Sans Pro"/>
                <a:cs typeface="Times New Roman"/>
              </a:rPr>
              <a:t>Traditional paper-based and fragmented digital systems often lead to inefficiencies, data loss, and errors.</a:t>
            </a:r>
          </a:p>
          <a:p>
            <a:pPr defTabSz="914400">
              <a:buNone/>
              <a:defRPr/>
            </a:pPr>
            <a:r>
              <a:rPr lang="en-US" sz="2000" b="1" dirty="0">
                <a:solidFill>
                  <a:sysClr val="windowText" lastClr="000000"/>
                </a:solidFill>
                <a:latin typeface="Times New Roman"/>
                <a:ea typeface="Source Sans Pro"/>
                <a:cs typeface="Times New Roman"/>
              </a:rPr>
              <a:t>Need for a Radiology Clinic Management System (RCMS):</a:t>
            </a:r>
            <a:endParaRPr lang="en-US" sz="2000" b="1">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Existing challenges include data loss, scheduling issues, administrative inefficiencies, and report mismanagement.</a:t>
            </a:r>
          </a:p>
          <a:p>
            <a:pPr algn="just" defTabSz="914400">
              <a:defRPr/>
            </a:pPr>
            <a:r>
              <a:rPr lang="en-US" sz="2000" dirty="0">
                <a:solidFill>
                  <a:sysClr val="windowText" lastClr="000000"/>
                </a:solidFill>
                <a:latin typeface="Times New Roman"/>
                <a:ea typeface="Source Sans Pro"/>
                <a:cs typeface="Times New Roman"/>
              </a:rPr>
              <a:t>A centralized system can </a:t>
            </a:r>
            <a:r>
              <a:rPr lang="en-US" sz="2000" b="1" dirty="0">
                <a:solidFill>
                  <a:sysClr val="windowText" lastClr="000000"/>
                </a:solidFill>
                <a:latin typeface="Times New Roman"/>
                <a:ea typeface="Source Sans Pro"/>
                <a:cs typeface="Times New Roman"/>
              </a:rPr>
              <a:t>s</a:t>
            </a:r>
            <a:r>
              <a:rPr lang="en-US" sz="2000" dirty="0">
                <a:solidFill>
                  <a:sysClr val="windowText" lastClr="000000"/>
                </a:solidFill>
                <a:latin typeface="Times New Roman"/>
                <a:ea typeface="Source Sans Pro"/>
                <a:cs typeface="Times New Roman"/>
              </a:rPr>
              <a:t>treamline workflow, reduce errors, and enhance patient experience.</a:t>
            </a:r>
          </a:p>
          <a:p>
            <a:pPr marL="0" indent="0" algn="just" defTabSz="914400">
              <a:buNone/>
              <a:defRPr/>
            </a:pPr>
            <a:r>
              <a:rPr lang="en-US" sz="2000" b="1" dirty="0">
                <a:solidFill>
                  <a:sysClr val="windowText" lastClr="000000"/>
                </a:solidFill>
                <a:latin typeface="Times New Roman"/>
                <a:ea typeface="Source Sans Pro"/>
                <a:cs typeface="Times New Roman"/>
              </a:rPr>
              <a:t>Purpose of the System:</a:t>
            </a:r>
            <a:endParaRPr lang="en-US" sz="2000" b="1">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To develop a comprehensive and user-friendly digital platform for radiology clinic operations.</a:t>
            </a:r>
            <a:endParaRPr lang="en-US" sz="2000">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To integrate functionalities such as patient registration, appointment scheduling, diagnostic report generation, and billing in one system.</a:t>
            </a:r>
          </a:p>
          <a:p>
            <a:pPr algn="just" defTabSz="914400">
              <a:defRPr/>
            </a:pPr>
            <a:r>
              <a:rPr lang="en-US" sz="2000" dirty="0">
                <a:solidFill>
                  <a:sysClr val="windowText" lastClr="000000"/>
                </a:solidFill>
                <a:latin typeface="Times New Roman"/>
                <a:ea typeface="Source Sans Pro"/>
                <a:cs typeface="Times New Roman"/>
              </a:rPr>
              <a:t>To ensure secure data storage and retrieval while maintaining healthcare data privacy standards.</a:t>
            </a:r>
          </a:p>
          <a:p>
            <a:pPr algn="just" defTabSz="914400">
              <a:defRPr/>
            </a:pPr>
            <a:endParaRPr lang="en-US" altLang="en-US" sz="2000" dirty="0">
              <a:solidFill>
                <a:sysClr val="windowText" lastClr="000000"/>
              </a:solidFill>
              <a:latin typeface="Times New Roman" panose="02020603050405020304" pitchFamily="18" charset="0"/>
              <a:cs typeface="Times New Roman" panose="02020603050405020304" pitchFamily="18" charset="0"/>
            </a:endParaRPr>
          </a:p>
          <a:p>
            <a:pPr algn="just" defTabSz="914400">
              <a:defRPr/>
            </a:pPr>
            <a:endParaRPr lang="en-US" altLang="en-US" sz="2000" dirty="0">
              <a:solidFill>
                <a:sysClr val="windowText" lastClr="000000"/>
              </a:solidFill>
              <a:latin typeface="Times New Roman" panose="02020603050405020304" pitchFamily="18" charset="0"/>
              <a:cs typeface="Times New Roman" panose="02020603050405020304" pitchFamily="18" charset="0"/>
            </a:endParaRPr>
          </a:p>
          <a:p>
            <a:pPr algn="just" defTabSz="914400">
              <a:defRPr/>
            </a:pPr>
            <a:endParaRPr lang="en-US" altLang="en-US" sz="2000" dirty="0">
              <a:solidFill>
                <a:sysClr val="windowText" lastClr="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05FF1A6-3154-82E1-9527-653DF8D20A08}"/>
              </a:ext>
            </a:extLst>
          </p:cNvPr>
          <p:cNvSpPr>
            <a:spLocks noChangeArrowheads="1"/>
          </p:cNvSpPr>
          <p:nvPr/>
        </p:nvSpPr>
        <p:spPr bwMode="auto">
          <a:xfrm>
            <a:off x="503238" y="-276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Introduction</a:t>
            </a:r>
          </a:p>
        </p:txBody>
      </p:sp>
      <p:sp>
        <p:nvSpPr>
          <p:cNvPr id="2" name="Content Placeholder 2">
            <a:extLst>
              <a:ext uri="{FF2B5EF4-FFF2-40B4-BE49-F238E27FC236}">
                <a16:creationId xmlns:a16="http://schemas.microsoft.com/office/drawing/2014/main" id="{4E19F759-C8A3-796B-B44B-CD051D0105D1}"/>
              </a:ext>
            </a:extLst>
          </p:cNvPr>
          <p:cNvSpPr txBox="1">
            <a:spLocks/>
          </p:cNvSpPr>
          <p:nvPr/>
        </p:nvSpPr>
        <p:spPr bwMode="auto">
          <a:xfrm>
            <a:off x="322518" y="1011281"/>
            <a:ext cx="9251950" cy="5535612"/>
          </a:xfrm>
          <a:prstGeom prst="rect">
            <a:avLst/>
          </a:prstGeom>
          <a:noFill/>
          <a:ln>
            <a:noFill/>
          </a:ln>
        </p:spPr>
        <p:txBody>
          <a:bodyPr lIns="91440" tIns="45720" rIns="91440" bIns="45720" anchor="t">
            <a:noAutofit/>
          </a:bodyPr>
          <a:lstStyle>
            <a:lvl1pPr marL="342900" indent="-342900" algn="l" rtl="0" eaLnBrk="0" fontAlgn="base" hangingPunct="0">
              <a:spcBef>
                <a:spcPct val="20000"/>
              </a:spcBef>
              <a:spcAft>
                <a:spcPct val="0"/>
              </a:spcAft>
              <a:buFont typeface="Arial" panose="020B0604020202020204" pitchFamily="34" charset="0"/>
              <a:buChar char="•"/>
              <a:defRPr sz="1600" kern="1200">
                <a:solidFill>
                  <a:schemeClr val="tx1"/>
                </a:solidFill>
                <a:latin typeface="Source Sans Pro" pitchFamily="34"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buFont typeface="Arial"/>
              <a:buChar char="•"/>
              <a:defRPr/>
            </a:pPr>
            <a:r>
              <a:rPr lang="en-US" sz="2000" dirty="0">
                <a:solidFill>
                  <a:sysClr val="windowText" lastClr="000000"/>
                </a:solidFill>
                <a:latin typeface="Times New Roman"/>
                <a:ea typeface="Source Sans Pro"/>
                <a:cs typeface="Times New Roman"/>
              </a:rPr>
              <a:t>To support the management of multiple imaging services, including Sonography, 2D Echo, X-rays, MRIs, and CT scans.</a:t>
            </a:r>
          </a:p>
          <a:p>
            <a:pPr defTabSz="914400">
              <a:buFont typeface="Arial"/>
              <a:defRPr/>
            </a:pPr>
            <a:r>
              <a:rPr lang="en-US" sz="2000" dirty="0">
                <a:solidFill>
                  <a:sysClr val="windowText" lastClr="000000"/>
                </a:solidFill>
                <a:latin typeface="Times New Roman"/>
                <a:ea typeface="Source Sans Pro"/>
                <a:cs typeface="Times New Roman"/>
              </a:rPr>
              <a:t>Patient reports will be stored digitally for future reference, reducing paperwork and ensuring long-term record-keeping.</a:t>
            </a:r>
            <a:endParaRPr lang="en-US" sz="2000">
              <a:solidFill>
                <a:sysClr val="windowText" lastClr="000000"/>
              </a:solidFill>
              <a:latin typeface="Times New Roman"/>
              <a:ea typeface="Source Sans Pro"/>
              <a:cs typeface="Times New Roman"/>
            </a:endParaRPr>
          </a:p>
          <a:p>
            <a:pPr defTabSz="914400">
              <a:buFont typeface="Arial"/>
              <a:defRPr/>
            </a:pPr>
            <a:r>
              <a:rPr lang="en-US" sz="2000" dirty="0">
                <a:solidFill>
                  <a:sysClr val="windowText" lastClr="000000"/>
                </a:solidFill>
                <a:latin typeface="Times New Roman"/>
                <a:ea typeface="Source Sans Pro"/>
                <a:cs typeface="Times New Roman"/>
              </a:rPr>
              <a:t>Patients will have the option to download their reports whenever needed, enhancing accessibility and convenience.</a:t>
            </a:r>
            <a:endParaRPr lang="en-US" sz="2000">
              <a:solidFill>
                <a:sysClr val="windowText" lastClr="000000"/>
              </a:solidFill>
              <a:latin typeface="Times New Roman"/>
              <a:ea typeface="Source Sans Pro"/>
              <a:cs typeface="Times New Roman"/>
            </a:endParaRPr>
          </a:p>
          <a:p>
            <a:pPr marL="0" indent="0" algn="just" defTabSz="914400">
              <a:buNone/>
              <a:defRPr/>
            </a:pPr>
            <a:r>
              <a:rPr lang="en-US" sz="2000" b="1" dirty="0">
                <a:solidFill>
                  <a:sysClr val="windowText" lastClr="000000"/>
                </a:solidFill>
                <a:latin typeface="Times New Roman"/>
                <a:ea typeface="Source Sans Pro"/>
                <a:cs typeface="Times New Roman"/>
              </a:rPr>
              <a:t>Scope of the Project:</a:t>
            </a:r>
            <a:endParaRPr lang="en-US" sz="2000" b="1">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Automates administrative tasks and reduces paperwork.</a:t>
            </a:r>
            <a:endParaRPr lang="en-US" sz="2000">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Enhances coordination between radiologists, technicians, and administrative staff.</a:t>
            </a:r>
            <a:endParaRPr lang="en-US" sz="2000">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Ensures efficient report generation and record-keeping for different imaging procedures.</a:t>
            </a:r>
            <a:endParaRPr lang="en-US" sz="2000">
              <a:solidFill>
                <a:sysClr val="windowText" lastClr="000000"/>
              </a:solidFill>
              <a:latin typeface="Times New Roman"/>
              <a:ea typeface="Source Sans Pro"/>
              <a:cs typeface="Times New Roman"/>
            </a:endParaRPr>
          </a:p>
          <a:p>
            <a:pPr algn="just" defTabSz="914400">
              <a:defRPr/>
            </a:pPr>
            <a:r>
              <a:rPr lang="en-US" sz="2000" dirty="0">
                <a:solidFill>
                  <a:sysClr val="windowText" lastClr="000000"/>
                </a:solidFill>
                <a:latin typeface="Times New Roman"/>
                <a:ea typeface="Source Sans Pro"/>
                <a:cs typeface="Times New Roman"/>
              </a:rPr>
              <a:t>Enables secure and easy access to patient reports for both doctors and patients.</a:t>
            </a:r>
          </a:p>
          <a:p>
            <a:pPr algn="just" defTabSz="914400">
              <a:defRPr/>
            </a:pPr>
            <a:r>
              <a:rPr lang="en-US" sz="2000" dirty="0">
                <a:solidFill>
                  <a:sysClr val="windowText" lastClr="000000"/>
                </a:solidFill>
                <a:latin typeface="Times New Roman"/>
                <a:ea typeface="Source Sans Pro"/>
                <a:cs typeface="Times New Roman"/>
              </a:rPr>
              <a:t>Improves accuracy, accessibility, and efficiency in clinic management.</a:t>
            </a:r>
          </a:p>
          <a:p>
            <a:pPr defTabSz="914400">
              <a:buNone/>
              <a:defRPr/>
            </a:pPr>
            <a:r>
              <a:rPr lang="en-US" sz="2000" b="1" dirty="0">
                <a:solidFill>
                  <a:sysClr val="windowText" lastClr="000000"/>
                </a:solidFill>
                <a:latin typeface="Times New Roman"/>
                <a:cs typeface="Times New Roman"/>
              </a:rPr>
              <a:t>Project Report Overview:</a:t>
            </a:r>
            <a:endParaRPr lang="en-US" sz="2000" dirty="0">
              <a:solidFill>
                <a:sysClr val="windowText" lastClr="000000"/>
              </a:solidFill>
              <a:latin typeface="Times New Roman"/>
              <a:cs typeface="Times New Roman"/>
            </a:endParaRPr>
          </a:p>
          <a:p>
            <a:pPr algn="just" defTabSz="914400">
              <a:buFont typeface="Arial"/>
              <a:buChar char="•"/>
              <a:defRPr/>
            </a:pPr>
            <a:r>
              <a:rPr lang="en-US" sz="2000" dirty="0">
                <a:solidFill>
                  <a:sysClr val="windowText" lastClr="000000"/>
                </a:solidFill>
                <a:latin typeface="Times New Roman"/>
                <a:cs typeface="Times New Roman"/>
              </a:rPr>
              <a:t>The report will cover objectives, system architecture, features, implementation, and benefits of the system.</a:t>
            </a:r>
          </a:p>
          <a:p>
            <a:pPr algn="just" defTabSz="914400">
              <a:buFont typeface="Arial"/>
              <a:defRPr/>
            </a:pPr>
            <a:r>
              <a:rPr lang="en-US" sz="2000" dirty="0">
                <a:solidFill>
                  <a:sysClr val="windowText" lastClr="000000"/>
                </a:solidFill>
                <a:latin typeface="Times New Roman"/>
                <a:cs typeface="Times New Roman"/>
              </a:rPr>
              <a:t>The project contributes to the digitization of healthcare services for improved patient care and clinic efficiency.</a:t>
            </a:r>
          </a:p>
          <a:p>
            <a:pPr algn="just" defTabSz="914400">
              <a:buFont typeface="Arial"/>
              <a:defRPr/>
            </a:pPr>
            <a:endParaRPr lang="en-US" sz="2000" dirty="0">
              <a:solidFill>
                <a:sysClr val="windowText" lastClr="000000"/>
              </a:solidFill>
              <a:latin typeface="Times New Roman"/>
              <a:cs typeface="Times New Roman"/>
            </a:endParaRPr>
          </a:p>
          <a:p>
            <a:pPr marL="0" indent="0" algn="just" defTabSz="914400">
              <a:buNone/>
              <a:defRPr/>
            </a:pPr>
            <a:endParaRPr lang="en-US" sz="2000" dirty="0">
              <a:solidFill>
                <a:sysClr val="windowText" lastClr="000000"/>
              </a:solidFill>
              <a:latin typeface="Times New Roman"/>
              <a:cs typeface="Times New Roman"/>
            </a:endParaRPr>
          </a:p>
          <a:p>
            <a:pPr marL="0" indent="0" algn="just" defTabSz="914400">
              <a:buNone/>
              <a:defRPr/>
            </a:pPr>
            <a:endParaRPr lang="en-US" altLang="en-US" sz="2000" b="1" dirty="0">
              <a:solidFill>
                <a:sysClr val="windowText" lastClr="000000"/>
              </a:solidFill>
              <a:latin typeface="Times New Roman"/>
              <a:cs typeface="Times New Roman"/>
            </a:endParaRPr>
          </a:p>
          <a:p>
            <a:pPr algn="just" defTabSz="914400">
              <a:defRPr/>
            </a:pPr>
            <a:endParaRPr lang="en-US" altLang="en-US" sz="2000" dirty="0">
              <a:solidFill>
                <a:sysClr val="windowText" lastClr="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79E3EED-3606-0FEB-5FB5-7DECD6D32EE8}"/>
              </a:ext>
            </a:extLst>
          </p:cNvPr>
          <p:cNvSpPr>
            <a:spLocks noChangeArrowheads="1"/>
          </p:cNvSpPr>
          <p:nvPr/>
        </p:nvSpPr>
        <p:spPr bwMode="auto">
          <a:xfrm>
            <a:off x="401727" y="-276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Literature Survey of the existing system</a:t>
            </a:r>
          </a:p>
        </p:txBody>
      </p:sp>
      <p:sp>
        <p:nvSpPr>
          <p:cNvPr id="18435" name="Rectangle 2">
            <a:extLst>
              <a:ext uri="{FF2B5EF4-FFF2-40B4-BE49-F238E27FC236}">
                <a16:creationId xmlns:a16="http://schemas.microsoft.com/office/drawing/2014/main" id="{9CC7D69F-44E0-36F2-2485-DCDEA763B77D}"/>
              </a:ext>
            </a:extLst>
          </p:cNvPr>
          <p:cNvSpPr>
            <a:spLocks noChangeArrowheads="1"/>
          </p:cNvSpPr>
          <p:nvPr/>
        </p:nvSpPr>
        <p:spPr bwMode="auto">
          <a:xfrm>
            <a:off x="400050" y="1399812"/>
            <a:ext cx="9071557" cy="5263954"/>
          </a:xfrm>
          <a:prstGeom prst="rect">
            <a:avLst/>
          </a:prstGeom>
          <a:noFill/>
          <a:ln>
            <a:noFill/>
          </a:ln>
        </p:spPr>
        <p:txBody>
          <a:bodyPr lIns="0" tIns="21240" rIns="0" bIns="0" anchor="t"/>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defRPr/>
            </a:pPr>
            <a:r>
              <a:rPr lang="en-US" sz="2000" b="1" dirty="0">
                <a:solidFill>
                  <a:srgbClr val="000000"/>
                </a:solidFill>
                <a:latin typeface="Times New Roman"/>
                <a:cs typeface="Times New Roman"/>
              </a:rPr>
              <a:t>1. Traditional Paper-Based Systems</a:t>
            </a:r>
            <a:endParaRPr lang="en-US" sz="2000" b="1" dirty="0">
              <a:latin typeface="Times New Roman"/>
              <a:cs typeface="Times New Roman"/>
            </a:endParaRPr>
          </a:p>
          <a:p>
            <a:pPr marL="450850" indent="-342900" algn="just">
              <a:buFont typeface="Arial"/>
              <a:buChar char="•"/>
              <a:defRPr/>
            </a:pPr>
            <a:r>
              <a:rPr lang="en-US" sz="2000" dirty="0">
                <a:solidFill>
                  <a:srgbClr val="000000"/>
                </a:solidFill>
                <a:latin typeface="Times New Roman"/>
                <a:cs typeface="Times New Roman"/>
              </a:rPr>
              <a:t>Many radiology clinics still use manual paper records for patient registration, appointment scheduling, and report management.</a:t>
            </a:r>
            <a:endParaRPr lang="en-US" sz="2000">
              <a:latin typeface="Times New Roman"/>
              <a:cs typeface="Times New Roman"/>
            </a:endParaRPr>
          </a:p>
          <a:p>
            <a:pPr marL="450850" indent="-342900" algn="just">
              <a:buFont typeface="Arial"/>
              <a:buChar char="•"/>
              <a:defRPr/>
            </a:pPr>
            <a:r>
              <a:rPr lang="en-US" sz="2000" dirty="0">
                <a:solidFill>
                  <a:srgbClr val="000000"/>
                </a:solidFill>
                <a:latin typeface="Times New Roman"/>
                <a:cs typeface="Times New Roman"/>
              </a:rPr>
              <a:t>These systems lead to data loss, mismanagement, duplication, and difficulty in retrieval.</a:t>
            </a:r>
            <a:endParaRPr lang="en-US" sz="2000">
              <a:latin typeface="Times New Roman"/>
              <a:cs typeface="Times New Roman"/>
            </a:endParaRPr>
          </a:p>
          <a:p>
            <a:pPr marL="450850" indent="-342900" algn="just">
              <a:buFont typeface="Arial"/>
              <a:buChar char="•"/>
              <a:defRPr/>
            </a:pPr>
            <a:r>
              <a:rPr lang="en-US" sz="2000" dirty="0">
                <a:solidFill>
                  <a:srgbClr val="000000"/>
                </a:solidFill>
                <a:latin typeface="Times New Roman"/>
                <a:cs typeface="Times New Roman"/>
              </a:rPr>
              <a:t>Compliance with healthcare regulations like HIPAA (Health Insurance Portability and Accountability Act) is challenging due to the risk of unauthorized access to patient records.</a:t>
            </a:r>
            <a:endParaRPr lang="en-US" sz="2000" dirty="0">
              <a:latin typeface="Times New Roman"/>
              <a:cs typeface="Times New Roman"/>
            </a:endParaRPr>
          </a:p>
          <a:p>
            <a:pPr marL="450850" indent="-342900" algn="just">
              <a:buFont typeface="Arial"/>
              <a:buChar char="•"/>
              <a:defRPr/>
            </a:pPr>
            <a:endParaRPr lang="en-US" sz="2000" dirty="0">
              <a:solidFill>
                <a:srgbClr val="000000"/>
              </a:solidFill>
              <a:latin typeface="Times New Roman"/>
              <a:cs typeface="Times New Roman"/>
            </a:endParaRPr>
          </a:p>
          <a:p>
            <a:pPr algn="just">
              <a:defRPr/>
            </a:pPr>
            <a:r>
              <a:rPr lang="en-US" sz="2000" b="1" dirty="0">
                <a:solidFill>
                  <a:srgbClr val="000000"/>
                </a:solidFill>
                <a:latin typeface="Times New Roman"/>
                <a:cs typeface="Times New Roman"/>
              </a:rPr>
              <a:t>2. Existing Digital Healthcare Systems</a:t>
            </a:r>
            <a:endParaRPr lang="en-US" sz="2000" b="1">
              <a:latin typeface="Times New Roman"/>
              <a:cs typeface="Times New Roman"/>
            </a:endParaRPr>
          </a:p>
          <a:p>
            <a:pPr marL="450850" indent="-342900" algn="just">
              <a:buFont typeface="Arial"/>
              <a:buChar char="•"/>
              <a:defRPr/>
            </a:pPr>
            <a:r>
              <a:rPr lang="en-US" sz="2000" dirty="0">
                <a:solidFill>
                  <a:srgbClr val="000000"/>
                </a:solidFill>
                <a:latin typeface="Times New Roman"/>
                <a:cs typeface="Times New Roman"/>
              </a:rPr>
              <a:t>Various Hospital Management Systems (HMS) and Electronic Medical Records (EMR) solutions exist but often lack dedicated features for radiology clinic management.</a:t>
            </a:r>
            <a:endParaRPr lang="en-US" sz="2000">
              <a:latin typeface="Times New Roman"/>
              <a:cs typeface="Times New Roman"/>
            </a:endParaRPr>
          </a:p>
          <a:p>
            <a:pPr marL="450850" indent="-342900" algn="just">
              <a:buFont typeface="Arial"/>
              <a:buChar char="•"/>
              <a:defRPr/>
            </a:pPr>
            <a:r>
              <a:rPr lang="en-US" sz="2000" dirty="0">
                <a:solidFill>
                  <a:srgbClr val="000000"/>
                </a:solidFill>
                <a:latin typeface="Times New Roman"/>
                <a:cs typeface="Times New Roman"/>
              </a:rPr>
              <a:t>Some hospitals use Picture Archiving and Communication Systems (PACS) for storing radiology images, but these systems do not efficiently manage appointments, billing, and patient interactions.</a:t>
            </a:r>
            <a:endParaRPr lang="en-US" sz="2000" dirty="0">
              <a:latin typeface="Times New Roman"/>
              <a:cs typeface="Times New Roman"/>
            </a:endParaRPr>
          </a:p>
          <a:p>
            <a:pPr marL="450850" indent="-342900" algn="just">
              <a:buFont typeface="Arial"/>
              <a:buChar char="•"/>
              <a:defRPr/>
            </a:pPr>
            <a:endParaRPr lang="en-US" sz="2000" dirty="0">
              <a:solidFill>
                <a:srgbClr val="000000"/>
              </a:solidFill>
              <a:latin typeface="Times New Roman"/>
              <a:cs typeface="Times New Roman"/>
            </a:endParaRPr>
          </a:p>
          <a:p>
            <a:pPr marL="450850" indent="-342900" algn="just">
              <a:buFont typeface="Arial"/>
              <a:buChar char="•"/>
              <a:defRPr/>
            </a:pPr>
            <a:endParaRPr lang="en-US" sz="2000" dirty="0">
              <a:latin typeface="Times New Roman"/>
              <a:cs typeface="Times New Roman"/>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92AC435-DB86-0FBB-DAD4-F7C2AB55B354}"/>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4FDE4F5F-F255-33CA-B131-89D54F06C460}"/>
              </a:ext>
            </a:extLst>
          </p:cNvPr>
          <p:cNvSpPr>
            <a:spLocks noChangeArrowheads="1"/>
          </p:cNvSpPr>
          <p:nvPr/>
        </p:nvSpPr>
        <p:spPr bwMode="auto">
          <a:xfrm>
            <a:off x="401727" y="-2763"/>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Literature Survey of the existing system</a:t>
            </a:r>
          </a:p>
        </p:txBody>
      </p:sp>
      <p:sp>
        <p:nvSpPr>
          <p:cNvPr id="18435" name="Rectangle 2">
            <a:extLst>
              <a:ext uri="{FF2B5EF4-FFF2-40B4-BE49-F238E27FC236}">
                <a16:creationId xmlns:a16="http://schemas.microsoft.com/office/drawing/2014/main" id="{B47C8EE2-8F24-9B90-2303-75EA78C93F36}"/>
              </a:ext>
            </a:extLst>
          </p:cNvPr>
          <p:cNvSpPr>
            <a:spLocks noChangeArrowheads="1"/>
          </p:cNvSpPr>
          <p:nvPr/>
        </p:nvSpPr>
        <p:spPr bwMode="auto">
          <a:xfrm>
            <a:off x="242012" y="1263232"/>
            <a:ext cx="9529395" cy="5671967"/>
          </a:xfrm>
          <a:prstGeom prst="rect">
            <a:avLst/>
          </a:prstGeom>
          <a:noFill/>
          <a:ln>
            <a:noFill/>
          </a:ln>
        </p:spPr>
        <p:txBody>
          <a:bodyPr lIns="0" tIns="21240" rIns="0" bIns="0" anchor="t"/>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defRPr/>
            </a:pPr>
            <a:r>
              <a:rPr lang="en-US" sz="2000" b="1" dirty="0">
                <a:solidFill>
                  <a:srgbClr val="000000"/>
                </a:solidFill>
                <a:latin typeface="Times New Roman"/>
                <a:cs typeface="Times New Roman"/>
              </a:rPr>
              <a:t>3.</a:t>
            </a:r>
            <a:r>
              <a:rPr lang="en-US" sz="2000" dirty="0">
                <a:solidFill>
                  <a:srgbClr val="000000"/>
                </a:solidFill>
                <a:latin typeface="Times New Roman"/>
                <a:cs typeface="Times New Roman"/>
              </a:rPr>
              <a:t> </a:t>
            </a:r>
            <a:r>
              <a:rPr lang="en-US" sz="2000" b="1" dirty="0">
                <a:solidFill>
                  <a:srgbClr val="000000"/>
                </a:solidFill>
                <a:latin typeface="Times New Roman"/>
                <a:cs typeface="Times New Roman"/>
              </a:rPr>
              <a:t>Challenges in Current Radiology Information Systems (RIS)</a:t>
            </a:r>
          </a:p>
          <a:p>
            <a:pPr marL="450850" indent="-342900" algn="just">
              <a:buFont typeface="Arial"/>
              <a:buChar char="•"/>
              <a:defRPr/>
            </a:pPr>
            <a:r>
              <a:rPr lang="en-US" sz="2000" dirty="0">
                <a:solidFill>
                  <a:srgbClr val="000000"/>
                </a:solidFill>
                <a:latin typeface="Times New Roman"/>
                <a:cs typeface="Times New Roman"/>
              </a:rPr>
              <a:t>Some radiology clinics implement Radiology Information Systems (RIS) for managing patient records and imaging data.</a:t>
            </a:r>
          </a:p>
          <a:p>
            <a:pPr marL="450850" indent="-342900" algn="just">
              <a:buFont typeface="Arial"/>
              <a:buChar char="•"/>
              <a:defRPr/>
            </a:pPr>
            <a:r>
              <a:rPr lang="en-US" sz="2000" dirty="0">
                <a:solidFill>
                  <a:srgbClr val="000000"/>
                </a:solidFill>
                <a:latin typeface="Times New Roman"/>
                <a:cs typeface="Times New Roman"/>
              </a:rPr>
              <a:t>However, many RIS platforms are expensive and require technical expertise, making them inaccessible for small and medium-sized clinics.</a:t>
            </a:r>
          </a:p>
          <a:p>
            <a:pPr>
              <a:defRPr/>
            </a:pPr>
            <a:endParaRPr lang="en-US" sz="2000" dirty="0">
              <a:solidFill>
                <a:srgbClr val="000000"/>
              </a:solidFill>
              <a:latin typeface="Times New Roman"/>
              <a:cs typeface="Times New Roman"/>
            </a:endParaRPr>
          </a:p>
          <a:p>
            <a:pPr>
              <a:defRPr/>
            </a:pPr>
            <a:r>
              <a:rPr lang="en-US" sz="2000" b="1" dirty="0">
                <a:solidFill>
                  <a:srgbClr val="000000"/>
                </a:solidFill>
                <a:latin typeface="Times New Roman"/>
                <a:cs typeface="Times New Roman"/>
              </a:rPr>
              <a:t>4. Need for a Comprehensive Radiology Clinic Management System (RCMS)</a:t>
            </a:r>
            <a:endParaRPr lang="en-US" sz="2000" b="1" dirty="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Research suggests that an integrated, cloud-based RCMS can improve workflow efficiency by automating appointments, report generation, and billing.</a:t>
            </a:r>
            <a:endParaRPr lang="en-US" sz="200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Secure digital storage allows patients and doctors to access and download reports anytime, improving patient experience.</a:t>
            </a:r>
            <a:endParaRPr lang="en-US" sz="200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AI-powered automation in radiology clinics can enhance diagnostic accuracy and speed.</a:t>
            </a:r>
            <a:endParaRPr lang="en-US" sz="2000">
              <a:latin typeface="Times New Roman"/>
              <a:cs typeface="Times New Roman"/>
            </a:endParaRPr>
          </a:p>
          <a:p>
            <a:pPr>
              <a:defRPr/>
            </a:pPr>
            <a:endParaRPr lang="en-US" sz="2000" dirty="0">
              <a:solidFill>
                <a:srgbClr val="000000"/>
              </a:solidFill>
              <a:latin typeface="Times New Roman"/>
              <a:cs typeface="Times New Roman"/>
            </a:endParaRPr>
          </a:p>
          <a:p>
            <a:pPr>
              <a:defRPr/>
            </a:pPr>
            <a:r>
              <a:rPr lang="en-US" sz="2000" b="1" dirty="0">
                <a:solidFill>
                  <a:srgbClr val="000000"/>
                </a:solidFill>
                <a:latin typeface="Times New Roman"/>
                <a:cs typeface="Times New Roman"/>
              </a:rPr>
              <a:t>5. Advantages of Implementing RCMS</a:t>
            </a:r>
            <a:endParaRPr lang="en-US" sz="2000" b="1">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Increased Efficiency – Automates processes, reducing administrative workload.</a:t>
            </a:r>
            <a:endParaRPr lang="en-US" sz="200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Improved Data Security – Ensures compliance with data privacy regulations.</a:t>
            </a:r>
            <a:endParaRPr lang="en-US" sz="200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Better Patient Experience – Enables quick access to medical reports.</a:t>
            </a:r>
            <a:endParaRPr lang="en-US" sz="2000">
              <a:latin typeface="Times New Roman"/>
              <a:cs typeface="Times New Roman"/>
            </a:endParaRPr>
          </a:p>
          <a:p>
            <a:pPr marL="450850" indent="-342900">
              <a:buFont typeface="Arial"/>
              <a:buChar char="•"/>
              <a:defRPr/>
            </a:pPr>
            <a:r>
              <a:rPr lang="en-US" sz="2000" dirty="0">
                <a:solidFill>
                  <a:srgbClr val="000000"/>
                </a:solidFill>
                <a:latin typeface="Times New Roman"/>
                <a:cs typeface="Times New Roman"/>
              </a:rPr>
              <a:t>Cost-Effective for Clinics – Provides an affordable solution compared to high-end RIS and PACS systems.</a:t>
            </a:r>
            <a:endParaRPr lang="en-IN" sz="2000">
              <a:latin typeface="Times New Roman"/>
              <a:cs typeface="Times New Roman"/>
            </a:endParaRPr>
          </a:p>
        </p:txBody>
      </p:sp>
    </p:spTree>
    <p:extLst>
      <p:ext uri="{BB962C8B-B14F-4D97-AF65-F5344CB8AC3E}">
        <p14:creationId xmlns:p14="http://schemas.microsoft.com/office/powerpoint/2010/main" val="3981883195"/>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43E80383-C33F-1650-41B7-61BF392B948D}"/>
              </a:ext>
            </a:extLst>
          </p:cNvPr>
          <p:cNvSpPr>
            <a:spLocks noChangeArrowheads="1"/>
          </p:cNvSpPr>
          <p:nvPr/>
        </p:nvSpPr>
        <p:spPr bwMode="auto">
          <a:xfrm>
            <a:off x="355299" y="5899"/>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3600" b="1" dirty="0">
                <a:effectLst>
                  <a:outerShdw blurRad="38100" dist="38100" dir="2700000" algn="tl">
                    <a:srgbClr val="000000">
                      <a:alpha val="43137"/>
                    </a:srgbClr>
                  </a:outerShdw>
                </a:effectLst>
                <a:latin typeface="Times New Roman" panose="02020603050405020304" pitchFamily="18" charset="0"/>
                <a:cs typeface="+mj-cs"/>
              </a:rPr>
              <a:t>Limitations of Existing Systems </a:t>
            </a:r>
          </a:p>
        </p:txBody>
      </p:sp>
      <p:sp>
        <p:nvSpPr>
          <p:cNvPr id="18435" name="Rectangle 2">
            <a:extLst>
              <a:ext uri="{FF2B5EF4-FFF2-40B4-BE49-F238E27FC236}">
                <a16:creationId xmlns:a16="http://schemas.microsoft.com/office/drawing/2014/main" id="{A974173D-2A56-1645-D3C1-EFF9EE4DC128}"/>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18436" name="TextBox 4">
            <a:extLst>
              <a:ext uri="{FF2B5EF4-FFF2-40B4-BE49-F238E27FC236}">
                <a16:creationId xmlns:a16="http://schemas.microsoft.com/office/drawing/2014/main" id="{06BB9C47-E5DE-323C-0E6F-CB3C259BC844}"/>
              </a:ext>
            </a:extLst>
          </p:cNvPr>
          <p:cNvSpPr txBox="1">
            <a:spLocks noChangeArrowheads="1"/>
          </p:cNvSpPr>
          <p:nvPr/>
        </p:nvSpPr>
        <p:spPr bwMode="auto">
          <a:xfrm>
            <a:off x="360363" y="1142097"/>
            <a:ext cx="8783637" cy="661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eaLnBrk="0" fontAlgn="base" hangingPunct="0">
              <a:spcBef>
                <a:spcPct val="0"/>
              </a:spcBef>
              <a:spcAft>
                <a:spcPct val="0"/>
              </a:spcAft>
              <a:defRPr>
                <a:solidFill>
                  <a:schemeClr val="tx1"/>
                </a:solidFill>
                <a:latin typeface="Trebuchet MS" panose="020B0603020202020204" pitchFamily="34" charset="0"/>
              </a:defRPr>
            </a:lvl6pPr>
            <a:lvl7pPr marL="2971800" indent="-228600" eaLnBrk="0" fontAlgn="base" hangingPunct="0">
              <a:spcBef>
                <a:spcPct val="0"/>
              </a:spcBef>
              <a:spcAft>
                <a:spcPct val="0"/>
              </a:spcAft>
              <a:defRPr>
                <a:solidFill>
                  <a:schemeClr val="tx1"/>
                </a:solidFill>
                <a:latin typeface="Trebuchet MS" panose="020B0603020202020204" pitchFamily="34" charset="0"/>
              </a:defRPr>
            </a:lvl7pPr>
            <a:lvl8pPr marL="3429000" indent="-228600" eaLnBrk="0" fontAlgn="base" hangingPunct="0">
              <a:spcBef>
                <a:spcPct val="0"/>
              </a:spcBef>
              <a:spcAft>
                <a:spcPct val="0"/>
              </a:spcAft>
              <a:defRPr>
                <a:solidFill>
                  <a:schemeClr val="tx1"/>
                </a:solidFill>
                <a:latin typeface="Trebuchet MS" panose="020B0603020202020204" pitchFamily="34" charset="0"/>
              </a:defRPr>
            </a:lvl8pPr>
            <a:lvl9pPr marL="3886200" indent="-228600" eaLnBrk="0" fontAlgn="base" hangingPunct="0">
              <a:spcBef>
                <a:spcPct val="0"/>
              </a:spcBef>
              <a:spcAft>
                <a:spcPct val="0"/>
              </a:spcAft>
              <a:defRPr>
                <a:solidFill>
                  <a:schemeClr val="tx1"/>
                </a:solidFill>
                <a:latin typeface="Trebuchet MS" panose="020B0603020202020204" pitchFamily="34" charset="0"/>
              </a:defRPr>
            </a:lvl9pPr>
          </a:lstStyle>
          <a:p>
            <a:pPr marL="285750" indent="-285750" algn="just" defTabSz="914400">
              <a:buFont typeface="Arial"/>
              <a:buChar char="•"/>
            </a:pPr>
            <a:r>
              <a:rPr lang="en-US" sz="2000" b="1" dirty="0">
                <a:solidFill>
                  <a:srgbClr val="000000"/>
                </a:solidFill>
                <a:latin typeface="Times New Roman"/>
                <a:cs typeface="Times New Roman"/>
              </a:rPr>
              <a:t>High Initial Costs</a:t>
            </a:r>
            <a:r>
              <a:rPr lang="en-US" sz="2000" dirty="0">
                <a:solidFill>
                  <a:srgbClr val="000000"/>
                </a:solidFill>
                <a:latin typeface="Times New Roman"/>
                <a:cs typeface="Times New Roman"/>
              </a:rPr>
              <a:t> – Implementation requires investment in software, hardware, and staff training.</a:t>
            </a:r>
            <a:endParaRPr lang="en-US" sz="2000" dirty="0">
              <a:latin typeface="Times New Roman"/>
              <a:cs typeface="Times New Roman"/>
            </a:endParaRPr>
          </a:p>
          <a:p>
            <a:pPr marL="285750" indent="-285750" algn="just" defTabSz="914400">
              <a:buFont typeface="Arial"/>
              <a:buChar char="•"/>
            </a:pPr>
            <a:endParaRPr lang="en-US" sz="2000" dirty="0">
              <a:solidFill>
                <a:srgbClr val="000000"/>
              </a:solidFill>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Data Security Concerns</a:t>
            </a:r>
            <a:r>
              <a:rPr lang="en-US" sz="2000" dirty="0">
                <a:solidFill>
                  <a:srgbClr val="000000"/>
                </a:solidFill>
                <a:latin typeface="Times New Roman"/>
                <a:cs typeface="Times New Roman"/>
              </a:rPr>
              <a:t> – Digital storage must comply with </a:t>
            </a:r>
            <a:r>
              <a:rPr lang="en-US" sz="2000" b="1" dirty="0">
                <a:solidFill>
                  <a:srgbClr val="000000"/>
                </a:solidFill>
                <a:latin typeface="Times New Roman"/>
                <a:cs typeface="Times New Roman"/>
              </a:rPr>
              <a:t>HIPAA/GDPR</a:t>
            </a:r>
            <a:r>
              <a:rPr lang="en-US" sz="2000" dirty="0">
                <a:solidFill>
                  <a:srgbClr val="000000"/>
                </a:solidFill>
                <a:latin typeface="Times New Roman"/>
                <a:cs typeface="Times New Roman"/>
              </a:rPr>
              <a:t> to prevent data breaches.</a:t>
            </a:r>
            <a:endParaRPr lang="en-US" sz="2000">
              <a:latin typeface="Times New Roman"/>
              <a:cs typeface="Times New Roman"/>
            </a:endParaRPr>
          </a:p>
          <a:p>
            <a:pPr marL="285750" indent="-285750" algn="just" defTabSz="914400">
              <a:buFont typeface="Arial"/>
              <a:buChar char="•"/>
            </a:pPr>
            <a:endParaRPr lang="en-US" sz="2000" dirty="0">
              <a:solidFill>
                <a:srgbClr val="000000"/>
              </a:solidFill>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Integration Issues</a:t>
            </a:r>
            <a:r>
              <a:rPr lang="en-US" sz="2000" dirty="0">
                <a:solidFill>
                  <a:srgbClr val="000000"/>
                </a:solidFill>
                <a:latin typeface="Times New Roman"/>
                <a:cs typeface="Times New Roman"/>
              </a:rPr>
              <a:t> – Compatibility challenges with existing </a:t>
            </a:r>
            <a:r>
              <a:rPr lang="en-US" sz="2000" b="1" dirty="0">
                <a:solidFill>
                  <a:srgbClr val="000000"/>
                </a:solidFill>
                <a:latin typeface="Times New Roman"/>
                <a:cs typeface="Times New Roman"/>
              </a:rPr>
              <a:t>HMS, PACS, or third-party systems</a:t>
            </a:r>
            <a:r>
              <a:rPr lang="en-US" sz="2000" dirty="0">
                <a:solidFill>
                  <a:srgbClr val="000000"/>
                </a:solidFill>
                <a:latin typeface="Times New Roman"/>
                <a:cs typeface="Times New Roman"/>
              </a:rPr>
              <a:t>.</a:t>
            </a:r>
            <a:endParaRPr lang="en-US" sz="2000">
              <a:latin typeface="Times New Roman"/>
              <a:cs typeface="Times New Roman"/>
            </a:endParaRPr>
          </a:p>
          <a:p>
            <a:pPr marL="285750" indent="-285750" algn="just" defTabSz="914400">
              <a:buFont typeface="Arial"/>
              <a:buChar char="•"/>
            </a:pPr>
            <a:endParaRPr lang="en-US" sz="2000" dirty="0">
              <a:solidFill>
                <a:srgbClr val="000000"/>
              </a:solidFill>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Internet Dependency</a:t>
            </a:r>
            <a:r>
              <a:rPr lang="en-US" sz="2000" dirty="0">
                <a:solidFill>
                  <a:srgbClr val="000000"/>
                </a:solidFill>
                <a:latin typeface="Times New Roman"/>
                <a:cs typeface="Times New Roman"/>
              </a:rPr>
              <a:t> – Cloud-based systems require a </a:t>
            </a:r>
            <a:r>
              <a:rPr lang="en-US" sz="2000" b="1" dirty="0">
                <a:solidFill>
                  <a:srgbClr val="000000"/>
                </a:solidFill>
                <a:latin typeface="Times New Roman"/>
                <a:cs typeface="Times New Roman"/>
              </a:rPr>
              <a:t>stable internet connection</a:t>
            </a:r>
            <a:r>
              <a:rPr lang="en-US" sz="2000" dirty="0">
                <a:solidFill>
                  <a:srgbClr val="000000"/>
                </a:solidFill>
                <a:latin typeface="Times New Roman"/>
                <a:cs typeface="Times New Roman"/>
              </a:rPr>
              <a:t> for seamless access.</a:t>
            </a:r>
            <a:endParaRPr lang="en-US" sz="2000">
              <a:latin typeface="Times New Roman"/>
              <a:cs typeface="Times New Roman"/>
            </a:endParaRPr>
          </a:p>
          <a:p>
            <a:pPr marL="285750" indent="-285750" algn="just" defTabSz="914400">
              <a:buFont typeface="Arial"/>
              <a:buChar char="•"/>
            </a:pPr>
            <a:endParaRPr lang="en-US" sz="2000" dirty="0">
              <a:solidFill>
                <a:srgbClr val="000000"/>
              </a:solidFill>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Training &amp; Adoption</a:t>
            </a:r>
            <a:r>
              <a:rPr lang="en-US" sz="2000" dirty="0">
                <a:solidFill>
                  <a:srgbClr val="000000"/>
                </a:solidFill>
                <a:latin typeface="Times New Roman"/>
                <a:cs typeface="Times New Roman"/>
              </a:rPr>
              <a:t> – Staff may need </a:t>
            </a:r>
            <a:r>
              <a:rPr lang="en-US" sz="2000" b="1" dirty="0">
                <a:solidFill>
                  <a:srgbClr val="000000"/>
                </a:solidFill>
                <a:latin typeface="Times New Roman"/>
                <a:cs typeface="Times New Roman"/>
              </a:rPr>
              <a:t>technical training</a:t>
            </a:r>
            <a:r>
              <a:rPr lang="en-US" sz="2000" dirty="0">
                <a:solidFill>
                  <a:srgbClr val="000000"/>
                </a:solidFill>
                <a:latin typeface="Times New Roman"/>
                <a:cs typeface="Times New Roman"/>
              </a:rPr>
              <a:t>, and some may resist the transition from manual processes.</a:t>
            </a:r>
            <a:endParaRPr lang="en-US" sz="2000">
              <a:latin typeface="Times New Roman"/>
              <a:cs typeface="Times New Roman"/>
            </a:endParaRPr>
          </a:p>
          <a:p>
            <a:pPr marL="285750" indent="-285750" algn="just" defTabSz="914400">
              <a:buFont typeface="Arial"/>
              <a:buChar char="•"/>
            </a:pPr>
            <a:endParaRPr lang="en-US" sz="2000" dirty="0">
              <a:solidFill>
                <a:srgbClr val="000000"/>
              </a:solidFill>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Limited AI Integration</a:t>
            </a:r>
            <a:r>
              <a:rPr lang="en-US" sz="2000" dirty="0">
                <a:solidFill>
                  <a:srgbClr val="000000"/>
                </a:solidFill>
                <a:latin typeface="Times New Roman"/>
                <a:cs typeface="Times New Roman"/>
              </a:rPr>
              <a:t> – Lack of </a:t>
            </a:r>
            <a:r>
              <a:rPr lang="en-US" sz="2000" b="1" dirty="0">
                <a:solidFill>
                  <a:srgbClr val="000000"/>
                </a:solidFill>
                <a:latin typeface="Times New Roman"/>
                <a:cs typeface="Times New Roman"/>
              </a:rPr>
              <a:t>automated diagnostics and AI-driven scan analysis</a:t>
            </a:r>
            <a:r>
              <a:rPr lang="en-US" sz="2000" dirty="0">
                <a:solidFill>
                  <a:srgbClr val="000000"/>
                </a:solidFill>
                <a:latin typeface="Times New Roman"/>
                <a:cs typeface="Times New Roman"/>
              </a:rPr>
              <a:t>.</a:t>
            </a:r>
            <a:endParaRPr lang="en-US" sz="2000">
              <a:solidFill>
                <a:srgbClr val="000000"/>
              </a:solidFill>
              <a:latin typeface="Times New Roman"/>
              <a:cs typeface="Times New Roman"/>
            </a:endParaRPr>
          </a:p>
          <a:p>
            <a:pPr marL="285750" indent="-285750" algn="just" defTabSz="914400">
              <a:buFont typeface="Arial"/>
              <a:buChar char="•"/>
            </a:pPr>
            <a:endParaRPr lang="en-US" sz="2000" dirty="0">
              <a:latin typeface="Times New Roman"/>
              <a:cs typeface="Times New Roman"/>
            </a:endParaRPr>
          </a:p>
          <a:p>
            <a:pPr marL="285750" indent="-285750" algn="just" defTabSz="914400">
              <a:buFont typeface="Arial"/>
              <a:buChar char="•"/>
            </a:pPr>
            <a:r>
              <a:rPr lang="en-US" sz="2000" b="1" dirty="0">
                <a:solidFill>
                  <a:srgbClr val="000000"/>
                </a:solidFill>
                <a:latin typeface="Times New Roman"/>
                <a:cs typeface="Times New Roman"/>
              </a:rPr>
              <a:t>Customization Challenges</a:t>
            </a:r>
            <a:r>
              <a:rPr lang="en-US" sz="2000" dirty="0">
                <a:solidFill>
                  <a:srgbClr val="000000"/>
                </a:solidFill>
                <a:latin typeface="Times New Roman"/>
                <a:cs typeface="Times New Roman"/>
              </a:rPr>
              <a:t> – Some systems may not be flexible enough to meet unique clinic requirements.</a:t>
            </a:r>
            <a:endParaRPr lang="en-US" sz="2000">
              <a:latin typeface="Times New Roman"/>
              <a:cs typeface="Times New Roman"/>
            </a:endParaRPr>
          </a:p>
          <a:p>
            <a:pPr algn="just" defTabSz="914400">
              <a:spcBef>
                <a:spcPct val="20000"/>
              </a:spcBef>
            </a:pPr>
            <a:endParaRPr lang="en-US" altLang="en-US" sz="2000" b="1"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2555-EF75-9616-237B-9B1B990188E6}"/>
              </a:ext>
            </a:extLst>
          </p:cNvPr>
          <p:cNvSpPr>
            <a:spLocks noGrp="1"/>
          </p:cNvSpPr>
          <p:nvPr>
            <p:ph type="title"/>
          </p:nvPr>
        </p:nvSpPr>
        <p:spPr>
          <a:xfrm>
            <a:off x="6320" y="240246"/>
            <a:ext cx="7453313" cy="1455737"/>
          </a:xfrm>
        </p:spPr>
        <p:txBody>
          <a:bodyPr/>
          <a:lstStyle/>
          <a:p>
            <a:pPr>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 Problem statement </a:t>
            </a:r>
            <a:endParaRPr lang="en-IN"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20483" name="Content Placeholder 2">
            <a:extLst>
              <a:ext uri="{FF2B5EF4-FFF2-40B4-BE49-F238E27FC236}">
                <a16:creationId xmlns:a16="http://schemas.microsoft.com/office/drawing/2014/main" id="{CF61C246-687F-C080-152F-C1DEB800C781}"/>
              </a:ext>
            </a:extLst>
          </p:cNvPr>
          <p:cNvSpPr>
            <a:spLocks noGrp="1" noChangeArrowheads="1"/>
          </p:cNvSpPr>
          <p:nvPr>
            <p:ph idx="1"/>
          </p:nvPr>
        </p:nvSpPr>
        <p:spPr>
          <a:xfrm>
            <a:off x="6145" y="975111"/>
            <a:ext cx="9652527" cy="5616575"/>
          </a:xfrm>
        </p:spPr>
        <p:txBody>
          <a:bodyPr/>
          <a:lstStyle/>
          <a:p>
            <a:pPr marL="91440" indent="0" algn="just" defTabSz="914400">
              <a:spcAft>
                <a:spcPts val="0"/>
              </a:spcAft>
              <a:buNone/>
            </a:pPr>
            <a:r>
              <a:rPr lang="en-US" sz="2000">
                <a:solidFill>
                  <a:srgbClr val="000000"/>
                </a:solidFill>
                <a:latin typeface="Times New Roman"/>
                <a:ea typeface="+mn-lt"/>
                <a:cs typeface="+mn-lt"/>
              </a:rPr>
              <a:t>Radiology clinics provide essential diagnostic services like X-rays, MRIs, CT scans, </a:t>
            </a:r>
            <a:r>
              <a:rPr lang="en-US" sz="2000" dirty="0">
                <a:solidFill>
                  <a:srgbClr val="000000"/>
                </a:solidFill>
                <a:latin typeface="Times New Roman"/>
                <a:ea typeface="+mn-lt"/>
                <a:cs typeface="+mn-lt"/>
              </a:rPr>
              <a:t>Ultrasounds (Sonography), and 2D Echo, but many still rely on manual record-keeping and fragmented digital systems, leading to inefficiencies, data loss, and workflow disruptions. Appointment scheduling issues, delayed report generation, and administrative burdens further impact clinic operations and patient care. Additionally, the lack of centralized access to reports makes it difficult for doctors and patients to retrieve past medical records, while traditional storage methods pose security and compliance risks.</a:t>
            </a:r>
            <a:endParaRPr lang="en-US" sz="2000">
              <a:latin typeface="Times New Roman"/>
              <a:ea typeface="+mn-lt"/>
              <a:cs typeface="+mn-lt"/>
            </a:endParaRPr>
          </a:p>
          <a:p>
            <a:pPr marL="91440" indent="0" algn="just" defTabSz="914400">
              <a:spcAft>
                <a:spcPts val="0"/>
              </a:spcAft>
              <a:buNone/>
            </a:pPr>
            <a:r>
              <a:rPr lang="en-US" sz="2000" dirty="0">
                <a:solidFill>
                  <a:srgbClr val="000000"/>
                </a:solidFill>
                <a:latin typeface="Times New Roman"/>
                <a:ea typeface="+mn-lt"/>
                <a:cs typeface="+mn-lt"/>
              </a:rPr>
              <a:t>To overcome these challenges, a Radiology Clinic Management System (RCMS) is needed to digitize and streamline operations. This system will provide a centralized platform for patient records, appointments, and reports, ensuring seamless coordination between radiologists, technicians, and staff. Automated scheduling will reduce errors, and secure digital storage will allow easy access and downloading of reports. Implementing RCMS will enhance efficiency, accuracy, data security, and patient experience while reducing administrative workload.</a:t>
            </a:r>
            <a:endParaRPr lang="en-US" sz="2000">
              <a:latin typeface="Times New Roman"/>
              <a:ea typeface="+mn-lt"/>
              <a:cs typeface="+mn-lt"/>
            </a:endParaRPr>
          </a:p>
          <a:p>
            <a:pPr indent="0" algn="just" defTabSz="914400">
              <a:buNone/>
            </a:pPr>
            <a:endParaRPr lang="en-US" sz="2000" b="1" dirty="0">
              <a:solidFill>
                <a:srgbClr val="000000"/>
              </a:solidFill>
              <a:latin typeface="Times New Roman"/>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EBBB2F57-F92C-C55B-613E-9FE2A8143D91}"/>
              </a:ext>
            </a:extLst>
          </p:cNvPr>
          <p:cNvSpPr>
            <a:spLocks noChangeArrowheads="1"/>
          </p:cNvSpPr>
          <p:nvPr/>
        </p:nvSpPr>
        <p:spPr bwMode="auto">
          <a:xfrm>
            <a:off x="503238" y="301625"/>
            <a:ext cx="9070975" cy="66992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System Design</a:t>
            </a:r>
          </a:p>
        </p:txBody>
      </p:sp>
      <p:sp>
        <p:nvSpPr>
          <p:cNvPr id="21507" name="Rectangle 2">
            <a:extLst>
              <a:ext uri="{FF2B5EF4-FFF2-40B4-BE49-F238E27FC236}">
                <a16:creationId xmlns:a16="http://schemas.microsoft.com/office/drawing/2014/main" id="{4629EB43-BFE7-60BC-E157-51F941B67F92}"/>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21508" name="Picture 2">
            <a:extLst>
              <a:ext uri="{FF2B5EF4-FFF2-40B4-BE49-F238E27FC236}">
                <a16:creationId xmlns:a16="http://schemas.microsoft.com/office/drawing/2014/main" id="{F60E9EB0-0B1C-40CD-6B7D-BA0FA4C40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1403350"/>
            <a:ext cx="784860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3">
            <a:extLst>
              <a:ext uri="{FF2B5EF4-FFF2-40B4-BE49-F238E27FC236}">
                <a16:creationId xmlns:a16="http://schemas.microsoft.com/office/drawing/2014/main" id="{12AED6DE-8D68-0038-E6C6-CD6FE0BD74E5}"/>
              </a:ext>
            </a:extLst>
          </p:cNvPr>
          <p:cNvSpPr txBox="1">
            <a:spLocks noChangeArrowheads="1"/>
          </p:cNvSpPr>
          <p:nvPr/>
        </p:nvSpPr>
        <p:spPr bwMode="auto">
          <a:xfrm>
            <a:off x="-30163" y="6199188"/>
            <a:ext cx="10080626"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US" altLang="en-US" b="1">
                <a:latin typeface="Times New Roman" panose="02020603050405020304" pitchFamily="18" charset="0"/>
                <a:cs typeface="Times New Roman" panose="02020603050405020304" pitchFamily="18" charset="0"/>
              </a:rPr>
              <a:t> </a:t>
            </a:r>
            <a:endParaRPr lang="en-IN" altLang="en-US">
              <a:latin typeface="Times New Roman" panose="02020603050405020304" pitchFamily="18" charset="0"/>
              <a:cs typeface="Times New Roman" panose="02020603050405020304" pitchFamily="18" charset="0"/>
            </a:endParaRPr>
          </a:p>
          <a:p>
            <a:pPr algn="ctr"/>
            <a:r>
              <a:rPr lang="en-US" altLang="en-US" b="1">
                <a:latin typeface="Times New Roman" panose="02020603050405020304" pitchFamily="18" charset="0"/>
                <a:cs typeface="Times New Roman" panose="02020603050405020304" pitchFamily="18" charset="0"/>
              </a:rPr>
              <a:t>Fig.1 Workflow to build and test the model</a:t>
            </a:r>
            <a:endParaRPr lang="en-IN" altLang="en-US">
              <a:latin typeface="Times New Roman" panose="02020603050405020304" pitchFamily="18" charset="0"/>
              <a:cs typeface="Times New Roman" panose="02020603050405020304" pitchFamily="18" charset="0"/>
            </a:endParaRPr>
          </a:p>
          <a:p>
            <a:endParaRPr lang="en-IN" altLang="en-US"/>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BBB57CC5-CFDE-C4FC-EB63-AB55D06476C3}"/>
              </a:ext>
            </a:extLst>
          </p:cNvPr>
          <p:cNvSpPr>
            <a:spLocks noChangeArrowheads="1"/>
          </p:cNvSpPr>
          <p:nvPr/>
        </p:nvSpPr>
        <p:spPr bwMode="auto">
          <a:xfrm>
            <a:off x="503238" y="301625"/>
            <a:ext cx="9070975" cy="66992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System Design</a:t>
            </a:r>
          </a:p>
        </p:txBody>
      </p:sp>
      <p:sp>
        <p:nvSpPr>
          <p:cNvPr id="23555" name="Rectangle 2">
            <a:extLst>
              <a:ext uri="{FF2B5EF4-FFF2-40B4-BE49-F238E27FC236}">
                <a16:creationId xmlns:a16="http://schemas.microsoft.com/office/drawing/2014/main" id="{579A5321-319B-7062-85F0-D03524C2F036}"/>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23556" name="Picture 2">
            <a:extLst>
              <a:ext uri="{FF2B5EF4-FFF2-40B4-BE49-F238E27FC236}">
                <a16:creationId xmlns:a16="http://schemas.microsoft.com/office/drawing/2014/main" id="{8971EE05-9952-08EC-7D99-06B46C273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258888"/>
            <a:ext cx="7704137" cy="472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1">
            <a:extLst>
              <a:ext uri="{FF2B5EF4-FFF2-40B4-BE49-F238E27FC236}">
                <a16:creationId xmlns:a16="http://schemas.microsoft.com/office/drawing/2014/main" id="{AE37E456-F6CF-FD51-9602-50775B97E6D4}"/>
              </a:ext>
            </a:extLst>
          </p:cNvPr>
          <p:cNvSpPr txBox="1">
            <a:spLocks noChangeArrowheads="1"/>
          </p:cNvSpPr>
          <p:nvPr/>
        </p:nvSpPr>
        <p:spPr bwMode="auto">
          <a:xfrm>
            <a:off x="0" y="6300788"/>
            <a:ext cx="100806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US" altLang="en-US" b="1">
                <a:latin typeface="Times New Roman" panose="02020603050405020304" pitchFamily="18" charset="0"/>
                <a:cs typeface="Times New Roman" panose="02020603050405020304" pitchFamily="18" charset="0"/>
              </a:rPr>
              <a:t> </a:t>
            </a:r>
            <a:endParaRPr lang="en-IN" altLang="en-US">
              <a:latin typeface="Times New Roman" panose="02020603050405020304" pitchFamily="18" charset="0"/>
              <a:cs typeface="Times New Roman" panose="02020603050405020304" pitchFamily="18" charset="0"/>
            </a:endParaRPr>
          </a:p>
          <a:p>
            <a:pPr algn="ctr"/>
            <a:r>
              <a:rPr lang="en-US" altLang="en-US" b="1">
                <a:latin typeface="Times New Roman" panose="02020603050405020304" pitchFamily="18" charset="0"/>
                <a:cs typeface="Times New Roman" panose="02020603050405020304" pitchFamily="18" charset="0"/>
              </a:rPr>
              <a:t>Fig.2 Working of the web app.</a:t>
            </a:r>
            <a:endParaRPr lang="en-IN" altLang="en-US">
              <a:latin typeface="Times New Roman" panose="02020603050405020304" pitchFamily="18" charset="0"/>
              <a:cs typeface="Times New Roman" panose="02020603050405020304" pitchFamily="18" charset="0"/>
            </a:endParaRPr>
          </a:p>
          <a:p>
            <a:endParaRPr lang="en-IN" altLang="en-US"/>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93F54-E0E6-6076-35B4-4B2BE7E60324}"/>
              </a:ext>
            </a:extLst>
          </p:cNvPr>
          <p:cNvSpPr>
            <a:spLocks noGrp="1"/>
          </p:cNvSpPr>
          <p:nvPr>
            <p:ph type="title"/>
          </p:nvPr>
        </p:nvSpPr>
        <p:spPr>
          <a:xfrm>
            <a:off x="215900" y="119063"/>
            <a:ext cx="6997700" cy="1455737"/>
          </a:xfrm>
        </p:spPr>
        <p:txBody>
          <a:bodyPr/>
          <a:lstStyle/>
          <a:p>
            <a:pPr>
              <a:defRPr/>
            </a:pPr>
            <a:r>
              <a:rPr 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Algorithm</a:t>
            </a:r>
          </a:p>
        </p:txBody>
      </p:sp>
      <p:sp>
        <p:nvSpPr>
          <p:cNvPr id="25603" name="Content Placeholder 2">
            <a:extLst>
              <a:ext uri="{FF2B5EF4-FFF2-40B4-BE49-F238E27FC236}">
                <a16:creationId xmlns:a16="http://schemas.microsoft.com/office/drawing/2014/main" id="{E9BF8176-42EE-F527-B0CE-54E16C7A646F}"/>
              </a:ext>
            </a:extLst>
          </p:cNvPr>
          <p:cNvSpPr>
            <a:spLocks noGrp="1" noChangeArrowheads="1"/>
          </p:cNvSpPr>
          <p:nvPr>
            <p:ph idx="1"/>
          </p:nvPr>
        </p:nvSpPr>
        <p:spPr>
          <a:xfrm>
            <a:off x="215900" y="847725"/>
            <a:ext cx="8712200" cy="6461125"/>
          </a:xfrm>
        </p:spPr>
        <p:txBody>
          <a:bodyPr/>
          <a:lstStyle/>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SVC (Support Vector Classifier):</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Separates classes with a hyperplane, maximizing margin for spam detection.</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KNN (K-Nearest Neighbors):</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Classifies based on the similarity (distance) to neighboring examples.</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NB (Naive Bayes):</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Probabilistic classifier assuming feature independence, effective for spam detection.</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DT (Decision Tree):</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Creates rule-based classification using feature-based decisions at each node.</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LR (Logistic Regression):</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Predicts the probability of spam using a logistic function for binary classification.</a:t>
            </a:r>
          </a:p>
          <a:p>
            <a:pPr marL="0" indent="0" algn="just">
              <a:buClrTx/>
              <a:buFont typeface="Wingdings 3" panose="05040102010807070707" pitchFamily="18" charset="2"/>
              <a:buNone/>
              <a:defRPr/>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a:extLst>
              <a:ext uri="{FF2B5EF4-FFF2-40B4-BE49-F238E27FC236}">
                <a16:creationId xmlns:a16="http://schemas.microsoft.com/office/drawing/2014/main" id="{612CECCD-4B0D-043D-E3C1-4604FAE58B47}"/>
              </a:ext>
            </a:extLst>
          </p:cNvPr>
          <p:cNvSpPr>
            <a:spLocks noGrp="1" noChangeArrowheads="1"/>
          </p:cNvSpPr>
          <p:nvPr>
            <p:ph idx="1"/>
          </p:nvPr>
        </p:nvSpPr>
        <p:spPr>
          <a:xfrm>
            <a:off x="144463" y="0"/>
            <a:ext cx="8712200" cy="7451725"/>
          </a:xfrm>
        </p:spPr>
        <p:txBody>
          <a:bodyPr/>
          <a:lstStyle/>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RF (Random Forest):</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Combines multiple decision trees to improve classification accuracy.</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AdaBoost:</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Iteratively improves weak learners for enhanced classification.</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BGC (Bayesian Generalized Linear Models):</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Models spam probability with prior knowledge and complex feature relationships.</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ETC (Extremely Randomized Trees):</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Uses highly randomized trees for efficient large-scale classification.</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GBDT (Gradient Boosting Decision Trees):</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Boosts performance by sequentially improving decision trees for better accuracy.</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XGB (</a:t>
            </a:r>
            <a:r>
              <a:rPr lang="en-US" altLang="en-US" sz="2400" dirty="0" err="1">
                <a:solidFill>
                  <a:schemeClr val="tx1"/>
                </a:solidFill>
                <a:latin typeface="Times New Roman" panose="02020603050405020304" pitchFamily="18" charset="0"/>
                <a:cs typeface="Times New Roman" panose="02020603050405020304" pitchFamily="18" charset="0"/>
              </a:rPr>
              <a:t>eXtreme</a:t>
            </a:r>
            <a:r>
              <a:rPr lang="en-US" altLang="en-US" sz="2400" dirty="0">
                <a:solidFill>
                  <a:schemeClr val="tx1"/>
                </a:solidFill>
                <a:latin typeface="Times New Roman" panose="02020603050405020304" pitchFamily="18" charset="0"/>
                <a:cs typeface="Times New Roman" panose="02020603050405020304" pitchFamily="18" charset="0"/>
              </a:rPr>
              <a:t> Gradient Boosting):</a:t>
            </a:r>
          </a:p>
          <a:p>
            <a:pPr marL="0" indent="0" algn="just">
              <a:buClrTx/>
              <a:buFont typeface="Wingdings 3" panose="05040102010807070707" pitchFamily="18" charset="2"/>
              <a:buNone/>
              <a:defRPr/>
            </a:pPr>
            <a:r>
              <a:rPr lang="en-US" altLang="en-US" sz="2400" dirty="0">
                <a:solidFill>
                  <a:schemeClr val="tx1"/>
                </a:solidFill>
                <a:latin typeface="Times New Roman" panose="02020603050405020304" pitchFamily="18" charset="0"/>
                <a:cs typeface="Times New Roman" panose="02020603050405020304" pitchFamily="18" charset="0"/>
              </a:rPr>
              <a:t>An efficient and scalable gradient boosting method for large datasets.</a:t>
            </a:r>
          </a:p>
          <a:p>
            <a:pPr marL="0" indent="0" algn="just">
              <a:buClrTx/>
              <a:buFont typeface="Wingdings 3" panose="05040102010807070707" pitchFamily="18" charset="2"/>
              <a:buNone/>
              <a:defRP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lgn="just">
              <a:buClrTx/>
              <a:buFont typeface="Wingdings 3" panose="05040102010807070707" pitchFamily="18" charset="2"/>
              <a:buNone/>
              <a:defRPr/>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B55C-FE5A-59EB-E080-8C9A926123A1}"/>
              </a:ext>
            </a:extLst>
          </p:cNvPr>
          <p:cNvSpPr>
            <a:spLocks noGrp="1"/>
          </p:cNvSpPr>
          <p:nvPr>
            <p:ph type="title"/>
          </p:nvPr>
        </p:nvSpPr>
        <p:spPr>
          <a:xfrm>
            <a:off x="30163" y="107950"/>
            <a:ext cx="8737600" cy="1455738"/>
          </a:xfrm>
        </p:spPr>
        <p:txBody>
          <a:bodyPr/>
          <a:lstStyle/>
          <a:p>
            <a:pPr algn="just">
              <a:lnSpc>
                <a:spcPct val="150000"/>
              </a:lnSpc>
              <a:defRPr/>
            </a:pPr>
            <a:r>
              <a:rPr lang="en-US"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Technologies Stack for Proposed System</a:t>
            </a:r>
          </a:p>
        </p:txBody>
      </p:sp>
      <p:sp>
        <p:nvSpPr>
          <p:cNvPr id="25603" name="Content Placeholder 2">
            <a:extLst>
              <a:ext uri="{FF2B5EF4-FFF2-40B4-BE49-F238E27FC236}">
                <a16:creationId xmlns:a16="http://schemas.microsoft.com/office/drawing/2014/main" id="{CE7398A4-4D04-8846-EB45-0D0B524A28FE}"/>
              </a:ext>
            </a:extLst>
          </p:cNvPr>
          <p:cNvSpPr>
            <a:spLocks noGrp="1" noChangeArrowheads="1"/>
          </p:cNvSpPr>
          <p:nvPr>
            <p:ph idx="1"/>
          </p:nvPr>
        </p:nvSpPr>
        <p:spPr>
          <a:xfrm>
            <a:off x="671513" y="1547813"/>
            <a:ext cx="8737600" cy="5040312"/>
          </a:xfrm>
        </p:spPr>
        <p:txBody>
          <a:bodyPr/>
          <a:lstStyle/>
          <a:p>
            <a:pPr algn="just">
              <a:buClrTx/>
              <a:buFont typeface="Wingdings" panose="05000000000000000000" pitchFamily="2" charset="2"/>
              <a:buChar char="§"/>
              <a:defRPr/>
            </a:pPr>
            <a:r>
              <a:rPr lang="en-US" altLang="en-US" sz="2400" dirty="0" err="1">
                <a:solidFill>
                  <a:schemeClr val="tx1"/>
                </a:solidFill>
                <a:latin typeface="Times New Roman" panose="02020603050405020304" pitchFamily="18" charset="0"/>
                <a:cs typeface="Times New Roman" panose="02020603050405020304" pitchFamily="18" charset="0"/>
              </a:rPr>
              <a:t>Streamlit</a:t>
            </a:r>
            <a:endParaRPr lang="en-US"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mj-cs"/>
            </a:endParaRP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NLTK(Natural Language Toolkit)</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Pandas</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Matplotlib &amp; Seaborn</a:t>
            </a:r>
          </a:p>
          <a:p>
            <a:pPr algn="just">
              <a:buClrTx/>
              <a:buFont typeface="Wingdings" panose="05000000000000000000" pitchFamily="2" charset="2"/>
              <a:buChar char="§"/>
              <a:defRPr/>
            </a:pPr>
            <a:r>
              <a:rPr lang="en-US" altLang="en-US" sz="2400" dirty="0">
                <a:solidFill>
                  <a:schemeClr val="tx1"/>
                </a:solidFill>
                <a:latin typeface="Times New Roman" panose="02020603050405020304" pitchFamily="18" charset="0"/>
                <a:cs typeface="Times New Roman" panose="02020603050405020304" pitchFamily="18" charset="0"/>
              </a:rPr>
              <a:t>Scikit-Learn</a:t>
            </a:r>
          </a:p>
          <a:p>
            <a:pPr algn="just">
              <a:buClrTx/>
              <a:buFont typeface="Wingdings" panose="05000000000000000000" pitchFamily="2" charset="2"/>
              <a:buChar char="§"/>
              <a:defRPr/>
            </a:pPr>
            <a:r>
              <a:rPr lang="en-US" altLang="en-US" sz="2400" dirty="0" err="1">
                <a:solidFill>
                  <a:schemeClr val="tx1"/>
                </a:solidFill>
                <a:latin typeface="Times New Roman" panose="02020603050405020304" pitchFamily="18" charset="0"/>
                <a:cs typeface="Times New Roman" panose="02020603050405020304" pitchFamily="18" charset="0"/>
              </a:rPr>
              <a:t>WordCloud</a:t>
            </a:r>
            <a:endParaRPr lang="en-US" altLang="en-US" sz="2400" dirty="0">
              <a:solidFill>
                <a:schemeClr val="tx1"/>
              </a:solidFill>
              <a:latin typeface="Times New Roman" panose="02020603050405020304" pitchFamily="18" charset="0"/>
              <a:cs typeface="Times New Roman" panose="02020603050405020304" pitchFamily="18" charset="0"/>
            </a:endParaRPr>
          </a:p>
          <a:p>
            <a:pPr marL="0" indent="0" algn="just">
              <a:buClrTx/>
              <a:buFont typeface="Wingdings 3" panose="05040102010807070707" pitchFamily="18" charset="2"/>
              <a:buNone/>
              <a:defRPr/>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34992-0864-C55F-05DC-9EE12A63D488}"/>
              </a:ext>
            </a:extLst>
          </p:cNvPr>
          <p:cNvSpPr>
            <a:spLocks noGrp="1"/>
          </p:cNvSpPr>
          <p:nvPr>
            <p:ph type="title"/>
          </p:nvPr>
        </p:nvSpPr>
        <p:spPr>
          <a:xfrm>
            <a:off x="287338" y="171450"/>
            <a:ext cx="8977312" cy="1455738"/>
          </a:xfrm>
        </p:spPr>
        <p:txBody>
          <a:bodyPr/>
          <a:lstStyle/>
          <a:p>
            <a:pPr>
              <a:defRPr/>
            </a:pPr>
            <a:r>
              <a:rPr lang="en-US"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Details of Dataset </a:t>
            </a:r>
            <a:br>
              <a:rPr lang="en-US" altLang="en-US" sz="4000" b="1" dirty="0">
                <a:latin typeface="Times New Roman" panose="02020603050405020304" pitchFamily="18" charset="0"/>
                <a:cs typeface="Times New Roman" panose="02020603050405020304" pitchFamily="18" charset="0"/>
              </a:rPr>
            </a:br>
            <a:endParaRPr lang="en-US" dirty="0"/>
          </a:p>
        </p:txBody>
      </p:sp>
      <p:sp>
        <p:nvSpPr>
          <p:cNvPr id="28675" name="Content Placeholder 2">
            <a:extLst>
              <a:ext uri="{FF2B5EF4-FFF2-40B4-BE49-F238E27FC236}">
                <a16:creationId xmlns:a16="http://schemas.microsoft.com/office/drawing/2014/main" id="{3E56E65F-6D84-2FCB-0F11-441817D437D3}"/>
              </a:ext>
            </a:extLst>
          </p:cNvPr>
          <p:cNvSpPr>
            <a:spLocks noGrp="1" noChangeArrowheads="1"/>
          </p:cNvSpPr>
          <p:nvPr>
            <p:ph idx="1"/>
          </p:nvPr>
        </p:nvSpPr>
        <p:spPr>
          <a:xfrm>
            <a:off x="671513" y="1619250"/>
            <a:ext cx="8689975" cy="5040313"/>
          </a:xfrm>
        </p:spPr>
        <p:txBody>
          <a:bodyPr/>
          <a:lstStyle/>
          <a:p>
            <a:pPr>
              <a:buClr>
                <a:schemeClr val="tx1"/>
              </a:buClr>
              <a:buFont typeface="Wingdings" panose="05000000000000000000" pitchFamily="2" charset="2"/>
              <a:buChar char="§"/>
              <a:defRPr/>
            </a:pPr>
            <a:r>
              <a:rPr lang="en-US" altLang="en-US" sz="2400" dirty="0" err="1">
                <a:solidFill>
                  <a:srgbClr val="000000"/>
                </a:solidFill>
                <a:latin typeface="Times New Roman" panose="02020603050405020304" pitchFamily="18" charset="0"/>
                <a:cs typeface="Times New Roman" panose="02020603050405020304" pitchFamily="18" charset="0"/>
              </a:rPr>
              <a:t>Traning</a:t>
            </a:r>
            <a:r>
              <a:rPr lang="en-US" altLang="en-US" sz="2400" dirty="0">
                <a:solidFill>
                  <a:srgbClr val="000000"/>
                </a:solidFill>
                <a:latin typeface="Times New Roman" panose="02020603050405020304" pitchFamily="18" charset="0"/>
                <a:cs typeface="Times New Roman" panose="02020603050405020304" pitchFamily="18" charset="0"/>
              </a:rPr>
              <a:t> data is </a:t>
            </a:r>
            <a:r>
              <a:rPr lang="en-US" altLang="en-US" sz="2400" dirty="0" err="1">
                <a:solidFill>
                  <a:srgbClr val="000000"/>
                </a:solidFill>
                <a:latin typeface="Times New Roman" panose="02020603050405020304" pitchFamily="18" charset="0"/>
                <a:cs typeface="Times New Roman" panose="02020603050405020304" pitchFamily="18" charset="0"/>
              </a:rPr>
              <a:t>aquired</a:t>
            </a:r>
            <a:r>
              <a:rPr lang="en-US" altLang="en-US" sz="2400" dirty="0">
                <a:solidFill>
                  <a:srgbClr val="000000"/>
                </a:solidFill>
                <a:latin typeface="Times New Roman" panose="02020603050405020304" pitchFamily="18" charset="0"/>
                <a:cs typeface="Times New Roman" panose="02020603050405020304" pitchFamily="18" charset="0"/>
              </a:rPr>
              <a:t> from the following Kaggle dataset</a:t>
            </a:r>
          </a:p>
          <a:p>
            <a:pPr>
              <a:buClr>
                <a:schemeClr val="tx1"/>
              </a:buClr>
              <a:buFont typeface="Wingdings" panose="05000000000000000000" pitchFamily="2" charset="2"/>
              <a:buChar char="§"/>
              <a:defRPr/>
            </a:pPr>
            <a:r>
              <a:rPr lang="en-US" altLang="en-US" sz="2400" dirty="0">
                <a:solidFill>
                  <a:srgbClr val="000000"/>
                </a:solidFill>
                <a:latin typeface="Times New Roman" panose="02020603050405020304" pitchFamily="18" charset="0"/>
                <a:cs typeface="Times New Roman" panose="02020603050405020304" pitchFamily="18" charset="0"/>
              </a:rPr>
              <a:t>Link : </a:t>
            </a:r>
          </a:p>
          <a:p>
            <a:pPr marL="0" indent="0">
              <a:buClr>
                <a:schemeClr val="tx1"/>
              </a:buClr>
              <a:buFont typeface="Wingdings 3" panose="05040102010807070707" pitchFamily="18" charset="2"/>
              <a:buNone/>
              <a:defRPr/>
            </a:pPr>
            <a:r>
              <a:rPr lang="en-US" sz="2400" dirty="0">
                <a:solidFill>
                  <a:srgbClr val="000000"/>
                </a:solidFill>
                <a:latin typeface="Times New Roman" panose="02020603050405020304" pitchFamily="18" charset="0"/>
                <a:cs typeface="Times New Roman" panose="02020603050405020304" pitchFamily="18" charset="0"/>
              </a:rPr>
              <a:t>             </a:t>
            </a:r>
            <a:r>
              <a:rPr lang="en-IN" sz="2000" dirty="0">
                <a:hlinkClick r:id="rId2"/>
              </a:rPr>
              <a:t>SMS Spam Collection Dataset (kaggle.com)</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B0C55C0-C211-D7B0-680E-B44DEE750AEC}"/>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p:txBody>
      </p:sp>
      <p:sp>
        <p:nvSpPr>
          <p:cNvPr id="29699" name="Rectangle 2">
            <a:extLst>
              <a:ext uri="{FF2B5EF4-FFF2-40B4-BE49-F238E27FC236}">
                <a16:creationId xmlns:a16="http://schemas.microsoft.com/office/drawing/2014/main" id="{D8021872-B89A-978E-CB28-EF37B7D2B55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pic>
        <p:nvPicPr>
          <p:cNvPr id="29700" name="Picture 2">
            <a:extLst>
              <a:ext uri="{FF2B5EF4-FFF2-40B4-BE49-F238E27FC236}">
                <a16:creationId xmlns:a16="http://schemas.microsoft.com/office/drawing/2014/main" id="{3947C989-5FFA-5B09-CB7A-80E3085AF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50" y="2051050"/>
            <a:ext cx="73025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Box 3">
            <a:extLst>
              <a:ext uri="{FF2B5EF4-FFF2-40B4-BE49-F238E27FC236}">
                <a16:creationId xmlns:a16="http://schemas.microsoft.com/office/drawing/2014/main" id="{455A0EAF-19AC-F9B2-EDCC-BDF6747B1B56}"/>
              </a:ext>
            </a:extLst>
          </p:cNvPr>
          <p:cNvSpPr txBox="1">
            <a:spLocks noChangeArrowheads="1"/>
          </p:cNvSpPr>
          <p:nvPr/>
        </p:nvSpPr>
        <p:spPr bwMode="auto">
          <a:xfrm>
            <a:off x="2016125" y="6227763"/>
            <a:ext cx="496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IN" altLang="en-US">
                <a:latin typeface="Times New Roman" panose="02020603050405020304" pitchFamily="18" charset="0"/>
                <a:cs typeface="Times New Roman" panose="02020603050405020304" pitchFamily="18" charset="0"/>
              </a:rPr>
              <a:t>Fig.User Interference</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1462B22-38A0-473F-77B4-79734F2B2815}"/>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p:txBody>
      </p:sp>
      <p:sp>
        <p:nvSpPr>
          <p:cNvPr id="31747" name="Rectangle 2">
            <a:extLst>
              <a:ext uri="{FF2B5EF4-FFF2-40B4-BE49-F238E27FC236}">
                <a16:creationId xmlns:a16="http://schemas.microsoft.com/office/drawing/2014/main" id="{8CCB7505-6F2B-7892-ECBB-637B26F6D296}"/>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1748" name="TextBox 3">
            <a:extLst>
              <a:ext uri="{FF2B5EF4-FFF2-40B4-BE49-F238E27FC236}">
                <a16:creationId xmlns:a16="http://schemas.microsoft.com/office/drawing/2014/main" id="{D0654B8A-50FB-8F5E-0AD8-F62697A039A3}"/>
              </a:ext>
            </a:extLst>
          </p:cNvPr>
          <p:cNvSpPr txBox="1">
            <a:spLocks noChangeArrowheads="1"/>
          </p:cNvSpPr>
          <p:nvPr/>
        </p:nvSpPr>
        <p:spPr bwMode="auto">
          <a:xfrm>
            <a:off x="2016125" y="6227763"/>
            <a:ext cx="496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IN" altLang="en-US">
                <a:latin typeface="Times New Roman" panose="02020603050405020304" pitchFamily="18" charset="0"/>
                <a:cs typeface="Times New Roman" panose="02020603050405020304" pitchFamily="18" charset="0"/>
              </a:rPr>
              <a:t>Fig.Entering Message</a:t>
            </a:r>
          </a:p>
        </p:txBody>
      </p:sp>
      <p:pic>
        <p:nvPicPr>
          <p:cNvPr id="31749" name="Picture 4">
            <a:extLst>
              <a:ext uri="{FF2B5EF4-FFF2-40B4-BE49-F238E27FC236}">
                <a16:creationId xmlns:a16="http://schemas.microsoft.com/office/drawing/2014/main" id="{ECFDB572-F072-6808-9CBA-6C8F0EF90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835150"/>
            <a:ext cx="74549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3150258-A36E-699E-74C5-54273EA1A613}"/>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p:txBody>
      </p:sp>
      <p:sp>
        <p:nvSpPr>
          <p:cNvPr id="33795" name="Rectangle 2">
            <a:extLst>
              <a:ext uri="{FF2B5EF4-FFF2-40B4-BE49-F238E27FC236}">
                <a16:creationId xmlns:a16="http://schemas.microsoft.com/office/drawing/2014/main" id="{07BDB36F-2125-65FE-5FDD-0023EE64CE0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3796" name="TextBox 3">
            <a:extLst>
              <a:ext uri="{FF2B5EF4-FFF2-40B4-BE49-F238E27FC236}">
                <a16:creationId xmlns:a16="http://schemas.microsoft.com/office/drawing/2014/main" id="{48BE90CB-50D7-B42D-4E30-4C3439211034}"/>
              </a:ext>
            </a:extLst>
          </p:cNvPr>
          <p:cNvSpPr txBox="1">
            <a:spLocks noChangeArrowheads="1"/>
          </p:cNvSpPr>
          <p:nvPr/>
        </p:nvSpPr>
        <p:spPr bwMode="auto">
          <a:xfrm>
            <a:off x="2016125" y="6227763"/>
            <a:ext cx="496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IN" altLang="en-US">
                <a:latin typeface="Times New Roman" panose="02020603050405020304" pitchFamily="18" charset="0"/>
                <a:cs typeface="Times New Roman" panose="02020603050405020304" pitchFamily="18" charset="0"/>
              </a:rPr>
              <a:t>Fig.Prediction</a:t>
            </a:r>
          </a:p>
        </p:txBody>
      </p:sp>
      <p:pic>
        <p:nvPicPr>
          <p:cNvPr id="33797" name="Picture 4">
            <a:extLst>
              <a:ext uri="{FF2B5EF4-FFF2-40B4-BE49-F238E27FC236}">
                <a16:creationId xmlns:a16="http://schemas.microsoft.com/office/drawing/2014/main" id="{2DAA38A6-1030-4371-D4B3-81C82427E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363" y="2005013"/>
            <a:ext cx="7805737"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C75D685D-6CB6-5F8F-6A97-2B19E331219D}"/>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p:txBody>
      </p:sp>
      <p:sp>
        <p:nvSpPr>
          <p:cNvPr id="35843" name="Rectangle 2">
            <a:extLst>
              <a:ext uri="{FF2B5EF4-FFF2-40B4-BE49-F238E27FC236}">
                <a16:creationId xmlns:a16="http://schemas.microsoft.com/office/drawing/2014/main" id="{9E82A6CD-EC60-1065-CF73-12AE3F64258A}"/>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5844" name="TextBox 3">
            <a:extLst>
              <a:ext uri="{FF2B5EF4-FFF2-40B4-BE49-F238E27FC236}">
                <a16:creationId xmlns:a16="http://schemas.microsoft.com/office/drawing/2014/main" id="{D5055F9A-62C6-F2BC-9B56-2EC879E9732F}"/>
              </a:ext>
            </a:extLst>
          </p:cNvPr>
          <p:cNvSpPr txBox="1">
            <a:spLocks noChangeArrowheads="1"/>
          </p:cNvSpPr>
          <p:nvPr/>
        </p:nvSpPr>
        <p:spPr bwMode="auto">
          <a:xfrm>
            <a:off x="2016125" y="6227763"/>
            <a:ext cx="496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IN" altLang="en-US">
                <a:latin typeface="Times New Roman" panose="02020603050405020304" pitchFamily="18" charset="0"/>
                <a:cs typeface="Times New Roman" panose="02020603050405020304" pitchFamily="18" charset="0"/>
              </a:rPr>
              <a:t>Fig.Entering Another Message</a:t>
            </a:r>
          </a:p>
        </p:txBody>
      </p:sp>
      <p:pic>
        <p:nvPicPr>
          <p:cNvPr id="35845" name="Picture 2">
            <a:extLst>
              <a:ext uri="{FF2B5EF4-FFF2-40B4-BE49-F238E27FC236}">
                <a16:creationId xmlns:a16="http://schemas.microsoft.com/office/drawing/2014/main" id="{D12DB081-9711-1AD2-2C4C-9F3AC840F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620838"/>
            <a:ext cx="7904162"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4E85E2E6-C5BD-6136-34B0-788ECE7DC946}"/>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p:txBody>
      </p:sp>
      <p:sp>
        <p:nvSpPr>
          <p:cNvPr id="37891" name="Rectangle 2">
            <a:extLst>
              <a:ext uri="{FF2B5EF4-FFF2-40B4-BE49-F238E27FC236}">
                <a16:creationId xmlns:a16="http://schemas.microsoft.com/office/drawing/2014/main" id="{E818838B-74EA-8519-76B4-C10429ED8C63}"/>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7892" name="TextBox 3">
            <a:extLst>
              <a:ext uri="{FF2B5EF4-FFF2-40B4-BE49-F238E27FC236}">
                <a16:creationId xmlns:a16="http://schemas.microsoft.com/office/drawing/2014/main" id="{764E9F8B-DCC9-27E7-267F-F7714E947310}"/>
              </a:ext>
            </a:extLst>
          </p:cNvPr>
          <p:cNvSpPr txBox="1">
            <a:spLocks noChangeArrowheads="1"/>
          </p:cNvSpPr>
          <p:nvPr/>
        </p:nvSpPr>
        <p:spPr bwMode="auto">
          <a:xfrm>
            <a:off x="2016125" y="6227763"/>
            <a:ext cx="496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ctr"/>
            <a:r>
              <a:rPr lang="en-IN" altLang="en-US">
                <a:latin typeface="Times New Roman" panose="02020603050405020304" pitchFamily="18" charset="0"/>
                <a:cs typeface="Times New Roman" panose="02020603050405020304" pitchFamily="18" charset="0"/>
              </a:rPr>
              <a:t>Fig.Prediction</a:t>
            </a:r>
          </a:p>
        </p:txBody>
      </p:sp>
      <p:pic>
        <p:nvPicPr>
          <p:cNvPr id="37893" name="Picture 2">
            <a:extLst>
              <a:ext uri="{FF2B5EF4-FFF2-40B4-BE49-F238E27FC236}">
                <a16:creationId xmlns:a16="http://schemas.microsoft.com/office/drawing/2014/main" id="{EF028465-D88A-593C-F4C1-DE764367E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1763713"/>
            <a:ext cx="762635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40D1026E-765A-A149-D42B-1E390B77A0DA}"/>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Conclusion </a:t>
            </a:r>
          </a:p>
        </p:txBody>
      </p:sp>
      <p:sp>
        <p:nvSpPr>
          <p:cNvPr id="39939" name="Rectangle 2">
            <a:extLst>
              <a:ext uri="{FF2B5EF4-FFF2-40B4-BE49-F238E27FC236}">
                <a16:creationId xmlns:a16="http://schemas.microsoft.com/office/drawing/2014/main" id="{0834F3A0-8A5A-0283-5A9F-8FB78C1E0CB8}"/>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39940" name="TextBox 1">
            <a:extLst>
              <a:ext uri="{FF2B5EF4-FFF2-40B4-BE49-F238E27FC236}">
                <a16:creationId xmlns:a16="http://schemas.microsoft.com/office/drawing/2014/main" id="{B2712A0E-87F3-FABB-8E86-80D1C5E4F2BC}"/>
              </a:ext>
            </a:extLst>
          </p:cNvPr>
          <p:cNvSpPr txBox="1">
            <a:spLocks noChangeArrowheads="1"/>
          </p:cNvSpPr>
          <p:nvPr/>
        </p:nvSpPr>
        <p:spPr bwMode="auto">
          <a:xfrm>
            <a:off x="503238" y="1693863"/>
            <a:ext cx="6911975" cy="279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algn="just">
              <a:lnSpc>
                <a:spcPct val="150000"/>
              </a:lnSpc>
            </a:pPr>
            <a:r>
              <a:rPr lang="en-US" altLang="en-US" sz="2400">
                <a:latin typeface="Times New Roman" panose="02020603050405020304" pitchFamily="18" charset="0"/>
                <a:cs typeface="Times New Roman" panose="02020603050405020304" pitchFamily="18" charset="0"/>
              </a:rPr>
              <a:t>In conclusion, this spam SMS protection project has successfully addressed a pressing issue and provides a valuable tool for safeguarding individuals and organizations from the negative consequences of unwanted messages.</a:t>
            </a:r>
            <a:endParaRPr lang="en-IN" altLang="en-US" sz="240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8CA9D6AD-C3E4-B7D7-0D37-6DED9D02427C}"/>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41987" name="Rectangle 2">
            <a:extLst>
              <a:ext uri="{FF2B5EF4-FFF2-40B4-BE49-F238E27FC236}">
                <a16:creationId xmlns:a16="http://schemas.microsoft.com/office/drawing/2014/main" id="{CBEF2730-5F16-8D5F-D0C5-BA14B9759856}"/>
              </a:ext>
            </a:extLst>
          </p:cNvPr>
          <p:cNvSpPr>
            <a:spLocks noChangeArrowheads="1"/>
          </p:cNvSpPr>
          <p:nvPr/>
        </p:nvSpPr>
        <p:spPr bwMode="auto">
          <a:xfrm>
            <a:off x="503238" y="1563688"/>
            <a:ext cx="907097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1079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1413"/>
              </a:spcAft>
            </a:pPr>
            <a:endParaRPr lang="en-IN" altLang="en-US" sz="2400">
              <a:solidFill>
                <a:srgbClr val="000000"/>
              </a:solidFill>
              <a:latin typeface="Times New Roman" panose="02020603050405020304" pitchFamily="18" charset="0"/>
              <a:cs typeface="Times New Roman" panose="02020603050405020304" pitchFamily="18" charset="0"/>
            </a:endParaRPr>
          </a:p>
        </p:txBody>
      </p:sp>
      <p:sp>
        <p:nvSpPr>
          <p:cNvPr id="41988" name="Content Placeholder 2">
            <a:extLst>
              <a:ext uri="{FF2B5EF4-FFF2-40B4-BE49-F238E27FC236}">
                <a16:creationId xmlns:a16="http://schemas.microsoft.com/office/drawing/2014/main" id="{B4A6C04E-94F6-F247-3C1E-28F57C7F53FB}"/>
              </a:ext>
            </a:extLst>
          </p:cNvPr>
          <p:cNvSpPr txBox="1">
            <a:spLocks/>
          </p:cNvSpPr>
          <p:nvPr/>
        </p:nvSpPr>
        <p:spPr bwMode="auto">
          <a:xfrm>
            <a:off x="287338" y="1258888"/>
            <a:ext cx="867727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100"/>
              </a:spcBef>
              <a:buClr>
                <a:schemeClr val="accent1"/>
              </a:buClr>
              <a:buSzPct val="80000"/>
              <a:buFont typeface="Wingdings 3" panose="05040102010807070707" pitchFamily="18"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18"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18"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5pPr>
            <a:lvl6pPr marL="25146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6pPr>
            <a:lvl7pPr marL="29718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7pPr>
            <a:lvl8pPr marL="34290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8pPr>
            <a:lvl9pPr marL="3886200" indent="-228600" defTabSz="457200" eaLnBrk="0" fontAlgn="base" hangingPunct="0">
              <a:spcBef>
                <a:spcPts val="1100"/>
              </a:spcBef>
              <a:spcAft>
                <a:spcPct val="0"/>
              </a:spcAft>
              <a:buClr>
                <a:schemeClr val="accent1"/>
              </a:buClr>
              <a:buSzPct val="80000"/>
              <a:buFont typeface="Wingdings 3" panose="05040102010807070707" pitchFamily="18" charset="2"/>
              <a:buChar char=""/>
              <a:defRPr sz="1300">
                <a:solidFill>
                  <a:srgbClr val="404040"/>
                </a:solidFill>
                <a:latin typeface="Trebuchet MS" panose="020B0603020202020204" pitchFamily="34" charset="0"/>
              </a:defRPr>
            </a:lvl9pPr>
          </a:lstStyle>
          <a:p>
            <a:pPr>
              <a:spcAft>
                <a:spcPts val="838"/>
              </a:spcAft>
            </a:pPr>
            <a:r>
              <a:rPr lang="en-IN" altLang="en-US" sz="1800">
                <a:solidFill>
                  <a:srgbClr val="000000"/>
                </a:solidFill>
                <a:latin typeface="Times New Roman" panose="02020603050405020304" pitchFamily="18" charset="0"/>
                <a:cs typeface="Calibri" panose="020F0502020204030204" pitchFamily="34" charset="0"/>
              </a:rPr>
              <a:t>[1] J. Mythili, B. Deebeshkumar, T. Eshwaramoorthy, and J. N. Ajay, "</a:t>
            </a:r>
            <a:r>
              <a:rPr lang="en-IN" altLang="en-US" sz="1800" b="1">
                <a:solidFill>
                  <a:srgbClr val="000000"/>
                </a:solidFill>
                <a:latin typeface="Times New Roman" panose="02020603050405020304" pitchFamily="18" charset="0"/>
                <a:cs typeface="Calibri" panose="020F0502020204030204" pitchFamily="34" charset="0"/>
              </a:rPr>
              <a:t>Enhancing Email Spam Detection with Temporal Naive Bayes Classifier</a:t>
            </a:r>
            <a:r>
              <a:rPr lang="en-IN" altLang="en-US" sz="1800">
                <a:solidFill>
                  <a:srgbClr val="000000"/>
                </a:solidFill>
                <a:latin typeface="Times New Roman" panose="02020603050405020304" pitchFamily="18" charset="0"/>
                <a:cs typeface="Calibri" panose="020F0502020204030204" pitchFamily="34" charset="0"/>
              </a:rPr>
              <a:t>," IEEE Xplore, vol. 11, </a:t>
            </a:r>
            <a:r>
              <a:rPr lang="en-IN" altLang="en-US" sz="1800" b="1">
                <a:solidFill>
                  <a:srgbClr val="000000"/>
                </a:solidFill>
                <a:latin typeface="Times New Roman" panose="02020603050405020304" pitchFamily="18" charset="0"/>
                <a:cs typeface="Calibri" panose="020F0502020204030204" pitchFamily="34" charset="0"/>
              </a:rPr>
              <a:t>June 2024</a:t>
            </a:r>
            <a:r>
              <a:rPr lang="en-IN" altLang="en-US" sz="1800">
                <a:solidFill>
                  <a:srgbClr val="000000"/>
                </a:solidFill>
                <a:latin typeface="Times New Roman" panose="02020603050405020304" pitchFamily="18" charset="0"/>
                <a:cs typeface="Calibri" panose="020F0502020204030204" pitchFamily="34" charset="0"/>
              </a:rPr>
              <a:t>.  </a:t>
            </a:r>
            <a:r>
              <a:rPr lang="en-US" altLang="en-US" sz="1400">
                <a:hlinkClick r:id="rId3"/>
              </a:rPr>
              <a:t>Enhancing Email Spam Detection with Temporal Naive Bayes Classifier | IEEE Conference Publication | IEEE Xplore</a:t>
            </a:r>
            <a:endParaRPr lang="en-US" altLang="en-US" sz="1400"/>
          </a:p>
          <a:p>
            <a:pPr>
              <a:spcAft>
                <a:spcPts val="838"/>
              </a:spcAft>
            </a:pPr>
            <a:r>
              <a:rPr lang="en-IN" altLang="en-US" sz="1800">
                <a:solidFill>
                  <a:srgbClr val="000000"/>
                </a:solidFill>
                <a:latin typeface="Times New Roman" panose="02020603050405020304" pitchFamily="18" charset="0"/>
                <a:cs typeface="Calibri" panose="020F0502020204030204" pitchFamily="34" charset="0"/>
              </a:rPr>
              <a:t>[2] P. Thakur, K. Joshi, P. Thakral, and S. Jain, "</a:t>
            </a:r>
            <a:r>
              <a:rPr lang="en-IN" altLang="en-US" sz="1800" b="1">
                <a:solidFill>
                  <a:srgbClr val="000000"/>
                </a:solidFill>
                <a:latin typeface="Times New Roman" panose="02020603050405020304" pitchFamily="18" charset="0"/>
                <a:cs typeface="Calibri" panose="020F0502020204030204" pitchFamily="34" charset="0"/>
              </a:rPr>
              <a:t>Detection of Email Spam using Machine Learning Algorithms: A Comparative Study</a:t>
            </a:r>
            <a:r>
              <a:rPr lang="en-IN" altLang="en-US" sz="1800">
                <a:solidFill>
                  <a:srgbClr val="000000"/>
                </a:solidFill>
                <a:latin typeface="Times New Roman" panose="02020603050405020304" pitchFamily="18" charset="0"/>
                <a:cs typeface="Calibri" panose="020F0502020204030204" pitchFamily="34" charset="0"/>
              </a:rPr>
              <a:t>," IEEE Xplore, vol. 12,       </a:t>
            </a:r>
            <a:r>
              <a:rPr lang="en-IN" altLang="en-US" sz="1800" b="1">
                <a:solidFill>
                  <a:srgbClr val="000000"/>
                </a:solidFill>
                <a:latin typeface="Times New Roman" panose="02020603050405020304" pitchFamily="18" charset="0"/>
                <a:cs typeface="Calibri" panose="020F0502020204030204" pitchFamily="34" charset="0"/>
              </a:rPr>
              <a:t>Jan. 2023  </a:t>
            </a:r>
            <a:r>
              <a:rPr lang="en-US" altLang="en-US" sz="1600">
                <a:hlinkClick r:id="rId4"/>
              </a:rPr>
              <a:t>Detection of Email Spam using Machine Learning Algorithms: A Comparative Study | IEEE Conference Publication | IEEE Xplore </a:t>
            </a:r>
            <a:endParaRPr lang="en-US" altLang="en-US" sz="1600"/>
          </a:p>
          <a:p>
            <a:pPr>
              <a:spcAft>
                <a:spcPts val="838"/>
              </a:spcAft>
            </a:pPr>
            <a:r>
              <a:rPr lang="en-IN" altLang="en-US" sz="1800">
                <a:solidFill>
                  <a:srgbClr val="000000"/>
                </a:solidFill>
                <a:latin typeface="Times New Roman" panose="02020603050405020304" pitchFamily="18" charset="0"/>
                <a:cs typeface="Calibri" panose="020F0502020204030204" pitchFamily="34" charset="0"/>
              </a:rPr>
              <a:t>[3] K. Debnath and N. Kar, "</a:t>
            </a:r>
            <a:r>
              <a:rPr lang="en-IN" altLang="en-US" sz="1800" b="1">
                <a:solidFill>
                  <a:srgbClr val="000000"/>
                </a:solidFill>
                <a:latin typeface="Times New Roman" panose="02020603050405020304" pitchFamily="18" charset="0"/>
                <a:cs typeface="Calibri" panose="020F0502020204030204" pitchFamily="34" charset="0"/>
              </a:rPr>
              <a:t>Email Spam Detection using Deep Learning Approach</a:t>
            </a:r>
            <a:r>
              <a:rPr lang="en-IN" altLang="en-US" sz="1800">
                <a:solidFill>
                  <a:srgbClr val="000000"/>
                </a:solidFill>
                <a:latin typeface="Times New Roman" panose="02020603050405020304" pitchFamily="18" charset="0"/>
                <a:cs typeface="Calibri" panose="020F0502020204030204" pitchFamily="34" charset="0"/>
              </a:rPr>
              <a:t>," IEEE Xplore, vol. 15, </a:t>
            </a:r>
            <a:r>
              <a:rPr lang="en-IN" altLang="en-US" sz="1800" b="1">
                <a:solidFill>
                  <a:srgbClr val="000000"/>
                </a:solidFill>
                <a:latin typeface="Times New Roman" panose="02020603050405020304" pitchFamily="18" charset="0"/>
                <a:cs typeface="Calibri" panose="020F0502020204030204" pitchFamily="34" charset="0"/>
              </a:rPr>
              <a:t>Aug. 2022</a:t>
            </a:r>
            <a:r>
              <a:rPr lang="en-IN" altLang="en-US" sz="1800">
                <a:solidFill>
                  <a:srgbClr val="000000"/>
                </a:solidFill>
                <a:latin typeface="Times New Roman" panose="02020603050405020304" pitchFamily="18" charset="0"/>
                <a:cs typeface="Calibri" panose="020F0502020204030204" pitchFamily="34" charset="0"/>
              </a:rPr>
              <a:t>. </a:t>
            </a:r>
            <a:r>
              <a:rPr lang="en-US" altLang="en-US" sz="1600">
                <a:hlinkClick r:id="rId5"/>
              </a:rPr>
              <a:t>Email Spam Detection using Deep Learning Approach | IEEE Conference Publication | IEEE Xplore</a:t>
            </a:r>
            <a:endParaRPr lang="en-US" altLang="en-US" sz="1600"/>
          </a:p>
          <a:p>
            <a:pPr>
              <a:spcAft>
                <a:spcPts val="838"/>
              </a:spcAft>
            </a:pPr>
            <a:r>
              <a:rPr lang="en-IN" altLang="en-US" sz="1800">
                <a:solidFill>
                  <a:srgbClr val="000000"/>
                </a:solidFill>
                <a:latin typeface="Times New Roman" panose="02020603050405020304" pitchFamily="18" charset="0"/>
                <a:cs typeface="Calibri" panose="020F0502020204030204" pitchFamily="34" charset="0"/>
              </a:rPr>
              <a:t>[4] M. Raza, N. D. Jayasinghe, and M. Magboul, "</a:t>
            </a:r>
            <a:r>
              <a:rPr lang="en-IN" altLang="en-US" sz="1800" b="1">
                <a:solidFill>
                  <a:srgbClr val="000000"/>
                </a:solidFill>
                <a:latin typeface="Times New Roman" panose="02020603050405020304" pitchFamily="18" charset="0"/>
                <a:cs typeface="Calibri" panose="020F0502020204030204" pitchFamily="34" charset="0"/>
              </a:rPr>
              <a:t>A Comprehensive Review on Email Spam Classification using Machine Learning Algorithms</a:t>
            </a:r>
            <a:r>
              <a:rPr lang="en-IN" altLang="en-US" sz="1800">
                <a:solidFill>
                  <a:srgbClr val="000000"/>
                </a:solidFill>
                <a:latin typeface="Times New Roman" panose="02020603050405020304" pitchFamily="18" charset="0"/>
                <a:cs typeface="Calibri" panose="020F0502020204030204" pitchFamily="34" charset="0"/>
              </a:rPr>
              <a:t>," IEEE Xplore, vol. 02, </a:t>
            </a:r>
            <a:r>
              <a:rPr lang="en-IN" altLang="en-US" sz="1800" b="1">
                <a:solidFill>
                  <a:srgbClr val="000000"/>
                </a:solidFill>
                <a:latin typeface="Times New Roman" panose="02020603050405020304" pitchFamily="18" charset="0"/>
                <a:cs typeface="Calibri" panose="020F0502020204030204" pitchFamily="34" charset="0"/>
              </a:rPr>
              <a:t>Feb. 2021</a:t>
            </a:r>
            <a:r>
              <a:rPr lang="en-IN" altLang="en-US" sz="1800">
                <a:solidFill>
                  <a:srgbClr val="000000"/>
                </a:solidFill>
                <a:latin typeface="Times New Roman" panose="02020603050405020304" pitchFamily="18" charset="0"/>
                <a:cs typeface="Calibri" panose="020F0502020204030204" pitchFamily="34" charset="0"/>
              </a:rPr>
              <a:t>. </a:t>
            </a:r>
            <a:r>
              <a:rPr lang="en-US" altLang="en-US" sz="1600">
                <a:hlinkClick r:id="rId6"/>
              </a:rPr>
              <a:t>A Comprehensive Review on Email Spam Classification using Machine Learning Algorithms | IEEE Conference Publication | IEEE Xplore</a:t>
            </a:r>
            <a:endParaRPr lang="en-IN" altLang="en-US" sz="1800">
              <a:solidFill>
                <a:srgbClr val="000000"/>
              </a:solidFill>
              <a:latin typeface="Times New Roman" panose="02020603050405020304" pitchFamily="18" charset="0"/>
              <a:cs typeface="Calibri" panose="020F0502020204030204" pitchFamily="34" charset="0"/>
            </a:endParaRPr>
          </a:p>
          <a:p>
            <a:pPr>
              <a:spcAft>
                <a:spcPts val="838"/>
              </a:spcAft>
            </a:pPr>
            <a:r>
              <a:rPr lang="en-IN" altLang="en-US" sz="1800">
                <a:solidFill>
                  <a:srgbClr val="000000"/>
                </a:solidFill>
                <a:latin typeface="Times New Roman" panose="02020603050405020304" pitchFamily="18" charset="0"/>
                <a:cs typeface="Calibri" panose="020F0502020204030204" pitchFamily="34" charset="0"/>
              </a:rPr>
              <a:t>[5] S. Suryawanshi, A. Goswami, and P. Patil, "</a:t>
            </a:r>
            <a:r>
              <a:rPr lang="en-IN" altLang="en-US" sz="1800" b="1">
                <a:solidFill>
                  <a:srgbClr val="000000"/>
                </a:solidFill>
                <a:latin typeface="Times New Roman" panose="02020603050405020304" pitchFamily="18" charset="0"/>
                <a:cs typeface="Calibri" panose="020F0502020204030204" pitchFamily="34" charset="0"/>
              </a:rPr>
              <a:t>Email Spam Detection: An Empirical Comparative Study of Different ML and Ensemble Classifiers</a:t>
            </a:r>
            <a:r>
              <a:rPr lang="en-IN" altLang="en-US" sz="1800">
                <a:solidFill>
                  <a:srgbClr val="000000"/>
                </a:solidFill>
                <a:latin typeface="Times New Roman" panose="02020603050405020304" pitchFamily="18" charset="0"/>
                <a:cs typeface="Calibri" panose="020F0502020204030204" pitchFamily="34" charset="0"/>
              </a:rPr>
              <a:t>," IEEE Xplore, vol. 30, </a:t>
            </a:r>
            <a:r>
              <a:rPr lang="en-IN" altLang="en-US" sz="1800" b="1">
                <a:solidFill>
                  <a:srgbClr val="000000"/>
                </a:solidFill>
                <a:latin typeface="Times New Roman" panose="02020603050405020304" pitchFamily="18" charset="0"/>
                <a:cs typeface="Calibri" panose="020F0502020204030204" pitchFamily="34" charset="0"/>
              </a:rPr>
              <a:t>Jan. 2020</a:t>
            </a:r>
            <a:r>
              <a:rPr lang="en-IN" altLang="en-US" sz="1800">
                <a:solidFill>
                  <a:srgbClr val="000000"/>
                </a:solidFill>
                <a:latin typeface="Times New Roman" panose="02020603050405020304" pitchFamily="18" charset="0"/>
                <a:cs typeface="Calibri" panose="020F0502020204030204" pitchFamily="34" charset="0"/>
              </a:rPr>
              <a:t>. </a:t>
            </a:r>
            <a:r>
              <a:rPr lang="en-US" altLang="en-US" sz="1600">
                <a:hlinkClick r:id="rId7"/>
              </a:rPr>
              <a:t>Email Spam Detection : An Empirical Comparative Study of Different ML and Ensemble Classifiers | IEEE Conference Publication | IEEE Xplore</a:t>
            </a:r>
            <a:endParaRPr lang="en-IN" altLang="en-US" sz="1800">
              <a:solidFill>
                <a:srgbClr val="000000"/>
              </a:solidFill>
              <a:latin typeface="Times New Roman" panose="02020603050405020304" pitchFamily="18" charset="0"/>
              <a:cs typeface="Calibri" panose="020F0502020204030204" pitchFamily="34"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a:extLst>
              <a:ext uri="{FF2B5EF4-FFF2-40B4-BE49-F238E27FC236}">
                <a16:creationId xmlns:a16="http://schemas.microsoft.com/office/drawing/2014/main" id="{1DF37E72-4802-1520-AA1B-683598DC4827}"/>
              </a:ext>
            </a:extLst>
          </p:cNvPr>
          <p:cNvSpPr>
            <a:spLocks noChangeArrowheads="1"/>
          </p:cNvSpPr>
          <p:nvPr/>
        </p:nvSpPr>
        <p:spPr bwMode="auto">
          <a:xfrm>
            <a:off x="647700" y="3057525"/>
            <a:ext cx="9070975"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Thank You...!!</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1011</TotalTime>
  <Words>1361</Words>
  <Application>Microsoft Office PowerPoint</Application>
  <PresentationFormat>Custom</PresentationFormat>
  <Paragraphs>154</Paragraphs>
  <Slides>22</Slides>
  <Notes>17</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Problem statement </vt:lpstr>
      <vt:lpstr>PowerPoint Presentation</vt:lpstr>
      <vt:lpstr>PowerPoint Presentation</vt:lpstr>
      <vt:lpstr>Algorithm</vt:lpstr>
      <vt:lpstr>PowerPoint Presentation</vt:lpstr>
      <vt:lpstr>Technologies Stack for Proposed System</vt:lpstr>
      <vt:lpstr>Details of Dataset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Sahil Govardhane</cp:lastModifiedBy>
  <cp:revision>260</cp:revision>
  <cp:lastPrinted>1601-01-01T00:00:00Z</cp:lastPrinted>
  <dcterms:created xsi:type="dcterms:W3CDTF">2017-10-25T08:22:14Z</dcterms:created>
  <dcterms:modified xsi:type="dcterms:W3CDTF">2025-02-06T18:56:03Z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